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yashree Rajasekar" initials="JR" lastIdx="1" clrIdx="0">
    <p:extLst>
      <p:ext uri="{19B8F6BF-5375-455C-9EA6-DF929625EA0E}">
        <p15:presenceInfo xmlns:p15="http://schemas.microsoft.com/office/powerpoint/2012/main" userId="4e6adf1ab2285c5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81" y="802299"/>
            <a:ext cx="8637073" cy="2541431"/>
          </a:xfrm>
        </p:spPr>
        <p:txBody>
          <a:bodyPr bIns="0" anchor="b">
            <a:normAutofit/>
          </a:bodyPr>
          <a:lstStyle>
            <a:lvl1pPr algn="l">
              <a:defRPr sz="4950"/>
            </a:lvl1pPr>
          </a:lstStyle>
          <a:p>
            <a:r>
              <a:rPr lang="en-US" dirty="0"/>
              <a:t>Click to edit Master title style</a:t>
            </a:r>
          </a:p>
        </p:txBody>
      </p:sp>
      <p:sp>
        <p:nvSpPr>
          <p:cNvPr id="3" name="Subtitle 2"/>
          <p:cNvSpPr>
            <a:spLocks noGrp="1"/>
          </p:cNvSpPr>
          <p:nvPr>
            <p:ph type="subTitle" idx="1"/>
          </p:nvPr>
        </p:nvSpPr>
        <p:spPr>
          <a:xfrm>
            <a:off x="2417780" y="3531206"/>
            <a:ext cx="8637072" cy="977621"/>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48A87A34-81AB-432B-8DAE-1953F412C126}" type="datetimeFigureOut">
              <a:rPr lang="en-US" dirty="0"/>
              <a:t>7/3/2026</a:t>
            </a:fld>
            <a:endParaRPr lang="en-US" dirty="0"/>
          </a:p>
        </p:txBody>
      </p:sp>
      <p:sp>
        <p:nvSpPr>
          <p:cNvPr id="5" name="Footer Placeholder 4"/>
          <p:cNvSpPr>
            <a:spLocks noGrp="1"/>
          </p:cNvSpPr>
          <p:nvPr>
            <p:ph type="ftr" sz="quarter" idx="11"/>
          </p:nvPr>
        </p:nvSpPr>
        <p:spPr>
          <a:xfrm>
            <a:off x="2416501" y="329309"/>
            <a:ext cx="4973915" cy="309201"/>
          </a:xfrm>
        </p:spPr>
        <p:txBody>
          <a:bodyPr/>
          <a:lstStyle/>
          <a:p>
            <a:endParaRPr lang="en-US" dirty="0"/>
          </a:p>
        </p:txBody>
      </p:sp>
      <p:sp>
        <p:nvSpPr>
          <p:cNvPr id="6" name="Slide Number Placeholder 5"/>
          <p:cNvSpPr>
            <a:spLocks noGrp="1"/>
          </p:cNvSpPr>
          <p:nvPr>
            <p:ph type="sldNum" sz="quarter" idx="12"/>
          </p:nvPr>
        </p:nvSpPr>
        <p:spPr>
          <a:xfrm>
            <a:off x="1437665"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7/3/2026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8" y="1756130"/>
            <a:ext cx="8643155" cy="1887950"/>
          </a:xfrm>
        </p:spPr>
        <p:txBody>
          <a:bodyPr anchor="b">
            <a:normAutofit/>
          </a:bodyPr>
          <a:lstStyle>
            <a:lvl1pPr algn="l">
              <a:defRPr sz="2700"/>
            </a:lvl1pPr>
          </a:lstStyle>
          <a:p>
            <a:r>
              <a:rPr lang="en-US" dirty="0"/>
              <a:t>Click to edit Master title style</a:t>
            </a:r>
          </a:p>
        </p:txBody>
      </p:sp>
      <p:sp>
        <p:nvSpPr>
          <p:cNvPr id="3" name="Text Placeholder 2"/>
          <p:cNvSpPr>
            <a:spLocks noGrp="1"/>
          </p:cNvSpPr>
          <p:nvPr>
            <p:ph type="body" idx="1"/>
          </p:nvPr>
        </p:nvSpPr>
        <p:spPr>
          <a:xfrm>
            <a:off x="1454239" y="3806197"/>
            <a:ext cx="8630447" cy="1012929"/>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7"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dirty="0"/>
              <a:t>Click to edit Master title style</a:t>
            </a:r>
          </a:p>
        </p:txBody>
      </p:sp>
      <p:sp>
        <p:nvSpPr>
          <p:cNvPr id="3" name="Content Placeholder 2"/>
          <p:cNvSpPr>
            <a:spLocks noGrp="1"/>
          </p:cNvSpPr>
          <p:nvPr>
            <p:ph sz="half" idx="1"/>
          </p:nvPr>
        </p:nvSpPr>
        <p:spPr>
          <a:xfrm>
            <a:off x="1447331" y="2010878"/>
            <a:ext cx="4645152" cy="344859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413771" y="2017343"/>
            <a:ext cx="4645152" cy="34415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8A87A34-81AB-432B-8DAE-1953F412C126}" type="datetimeFigureOut">
              <a:rPr lang="en-US" dirty="0"/>
              <a:t>7/3/2026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2" y="804163"/>
            <a:ext cx="9607661" cy="1056319"/>
          </a:xfrm>
        </p:spPr>
        <p:txBody>
          <a:bodyPr/>
          <a:lstStyle/>
          <a:p>
            <a:r>
              <a:rPr lang="en-US" dirty="0"/>
              <a:t>Click to edit Master title style</a:t>
            </a:r>
          </a:p>
        </p:txBody>
      </p:sp>
      <p:sp>
        <p:nvSpPr>
          <p:cNvPr id="3" name="Text Placeholder 2"/>
          <p:cNvSpPr>
            <a:spLocks noGrp="1"/>
          </p:cNvSpPr>
          <p:nvPr>
            <p:ph type="body" idx="1"/>
          </p:nvPr>
        </p:nvSpPr>
        <p:spPr>
          <a:xfrm>
            <a:off x="1447191" y="2019551"/>
            <a:ext cx="4645152" cy="801943"/>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447191" y="2824271"/>
            <a:ext cx="4645152" cy="26444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12363" y="2023005"/>
            <a:ext cx="4645152" cy="80223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6412363" y="2821491"/>
            <a:ext cx="4645152" cy="2637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8A87A34-81AB-432B-8DAE-1953F412C126}" type="datetimeFigureOut">
              <a:rPr lang="en-US" dirty="0"/>
              <a:t>7/3/2026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7/3/2026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2" y="798973"/>
            <a:ext cx="3273099" cy="2247117"/>
          </a:xfrm>
        </p:spPr>
        <p:txBody>
          <a:bodyPr anchor="b">
            <a:normAutofit/>
          </a:bodyPr>
          <a:lstStyle>
            <a:lvl1pPr algn="l">
              <a:defRPr sz="1800"/>
            </a:lvl1pPr>
          </a:lstStyle>
          <a:p>
            <a:r>
              <a:rPr lang="en-US" dirty="0"/>
              <a:t>Click to edit Master title style</a:t>
            </a:r>
          </a:p>
        </p:txBody>
      </p:sp>
      <p:sp>
        <p:nvSpPr>
          <p:cNvPr id="3" name="Content Placeholder 2"/>
          <p:cNvSpPr>
            <a:spLocks noGrp="1"/>
          </p:cNvSpPr>
          <p:nvPr>
            <p:ph idx="1"/>
          </p:nvPr>
        </p:nvSpPr>
        <p:spPr>
          <a:xfrm>
            <a:off x="5043714" y="798974"/>
            <a:ext cx="6012471" cy="4658826"/>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444671" y="3205493"/>
            <a:ext cx="3275013" cy="2248181"/>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8"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7" y="1129513"/>
            <a:ext cx="5532328" cy="1830584"/>
          </a:xfrm>
        </p:spPr>
        <p:txBody>
          <a:bodyPr anchor="b">
            <a:normAutofit/>
          </a:bodyPr>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8124389" y="1122544"/>
            <a:ext cx="2791171"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1450330" y="3145992"/>
            <a:ext cx="5524404" cy="2003742"/>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a:xfrm>
            <a:off x="1447383" y="5469858"/>
            <a:ext cx="5527351" cy="320123"/>
          </a:xfrm>
        </p:spPr>
        <p:txBody>
          <a:bodyPr/>
          <a:lstStyle>
            <a:lvl1pPr algn="l">
              <a:defRPr/>
            </a:lvl1pPr>
          </a:lstStyle>
          <a:p>
            <a:fld id="{48A87A34-81AB-432B-8DAE-1953F412C126}" type="datetimeFigureOut">
              <a:rPr lang="en-US" dirty="0"/>
              <a:pPr/>
              <a:t>7/3/2026</a:t>
            </a:fld>
            <a:endParaRPr lang="en-US" dirty="0"/>
          </a:p>
        </p:txBody>
      </p:sp>
      <p:sp>
        <p:nvSpPr>
          <p:cNvPr id="6" name="Footer Placeholder 5"/>
          <p:cNvSpPr>
            <a:spLocks noGrp="1"/>
          </p:cNvSpPr>
          <p:nvPr>
            <p:ph type="ftr" sz="quarter" idx="11"/>
          </p:nvPr>
        </p:nvSpPr>
        <p:spPr>
          <a:xfrm>
            <a:off x="1447383" y="318642"/>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3"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7/3/2026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3" cy="4659889"/>
          </a:xfrm>
        </p:spPr>
        <p:txBody>
          <a:bodyPr vert="eaVert"/>
          <a:lstStyle>
            <a:lvl1pPr algn="l">
              <a:defRPr/>
            </a:lvl1pPr>
          </a:lstStyle>
          <a:p>
            <a:r>
              <a:rPr lang="en-US" dirty="0"/>
              <a:t>Click to edit Master title style</a:t>
            </a:r>
          </a:p>
        </p:txBody>
      </p:sp>
      <p:sp>
        <p:nvSpPr>
          <p:cNvPr id="3" name="Vertical Text Placeholder 2"/>
          <p:cNvSpPr>
            <a:spLocks noGrp="1"/>
          </p:cNvSpPr>
          <p:nvPr>
            <p:ph type="body" orient="vert" idx="1"/>
          </p:nvPr>
        </p:nvSpPr>
        <p:spPr>
          <a:xfrm>
            <a:off x="1444672" y="798973"/>
            <a:ext cx="7828831" cy="465988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7/3/2026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8"/>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80" y="804521"/>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80" y="2015733"/>
            <a:ext cx="9603275" cy="345061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9" y="330370"/>
            <a:ext cx="3500715" cy="3092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dirty="0"/>
              <a:pPr/>
              <a:t>7/3/2026</a:t>
            </a:fld>
            <a:endParaRPr lang="en-US" dirty="0"/>
          </a:p>
        </p:txBody>
      </p:sp>
      <p:sp>
        <p:nvSpPr>
          <p:cNvPr id="5" name="Footer Placeholder 4"/>
          <p:cNvSpPr>
            <a:spLocks noGrp="1"/>
          </p:cNvSpPr>
          <p:nvPr>
            <p:ph type="ftr" sz="quarter" idx="3"/>
          </p:nvPr>
        </p:nvSpPr>
        <p:spPr>
          <a:xfrm>
            <a:off x="1451579" y="329309"/>
            <a:ext cx="5938836" cy="3092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1" y="798973"/>
            <a:ext cx="811019" cy="503578"/>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C04D8-6125-2925-ADE3-389F24651252}"/>
              </a:ext>
            </a:extLst>
          </p:cNvPr>
          <p:cNvSpPr>
            <a:spLocks noGrp="1"/>
          </p:cNvSpPr>
          <p:nvPr>
            <p:ph type="ctrTitle"/>
          </p:nvPr>
        </p:nvSpPr>
        <p:spPr/>
        <p:txBody>
          <a:bodyPr>
            <a:normAutofit fontScale="90000"/>
          </a:bodyPr>
          <a:lstStyle/>
          <a:p>
            <a:r>
              <a:rPr lang="en-IN"/>
              <a:t>Tittle</a:t>
            </a:r>
            <a:br>
              <a:rPr lang="en-IN"/>
            </a:br>
            <a:br>
              <a:rPr lang="en-IN"/>
            </a:br>
            <a:r>
              <a:rPr lang="en-IN"/>
              <a:t>Exam </a:t>
            </a:r>
            <a:r>
              <a:rPr lang="en-IN" dirty="0"/>
              <a:t>result management system </a:t>
            </a:r>
            <a:endParaRPr lang="en-US" dirty="0"/>
          </a:p>
        </p:txBody>
      </p:sp>
      <p:sp>
        <p:nvSpPr>
          <p:cNvPr id="3" name="Subtitle 2">
            <a:extLst>
              <a:ext uri="{FF2B5EF4-FFF2-40B4-BE49-F238E27FC236}">
                <a16:creationId xmlns:a16="http://schemas.microsoft.com/office/drawing/2014/main" id="{897AFF9A-3F86-2F90-8047-DC5F957F598F}"/>
              </a:ext>
            </a:extLst>
          </p:cNvPr>
          <p:cNvSpPr>
            <a:spLocks noGrp="1"/>
          </p:cNvSpPr>
          <p:nvPr>
            <p:ph type="subTitle" idx="1"/>
          </p:nvPr>
        </p:nvSpPr>
        <p:spPr/>
        <p:txBody>
          <a:bodyPr/>
          <a:lstStyle/>
          <a:p>
            <a:r>
              <a:rPr lang="en-IN" dirty="0"/>
              <a:t>Using oops concept in Python </a:t>
            </a:r>
            <a:endParaRPr lang="en-US" dirty="0"/>
          </a:p>
        </p:txBody>
      </p:sp>
    </p:spTree>
    <p:extLst>
      <p:ext uri="{BB962C8B-B14F-4D97-AF65-F5344CB8AC3E}">
        <p14:creationId xmlns:p14="http://schemas.microsoft.com/office/powerpoint/2010/main" val="3825323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14F16-4BF9-01EF-2DB9-2F82ED708112}"/>
              </a:ext>
            </a:extLst>
          </p:cNvPr>
          <p:cNvSpPr>
            <a:spLocks noGrp="1"/>
          </p:cNvSpPr>
          <p:nvPr>
            <p:ph type="title"/>
          </p:nvPr>
        </p:nvSpPr>
        <p:spPr/>
        <p:txBody>
          <a:bodyPr/>
          <a:lstStyle/>
          <a:p>
            <a:r>
              <a:rPr lang="en-IN" dirty="0"/>
              <a:t>Present by</a:t>
            </a:r>
            <a:endParaRPr lang="en-US" dirty="0"/>
          </a:p>
        </p:txBody>
      </p:sp>
      <p:sp>
        <p:nvSpPr>
          <p:cNvPr id="3" name="Content Placeholder 2">
            <a:extLst>
              <a:ext uri="{FF2B5EF4-FFF2-40B4-BE49-F238E27FC236}">
                <a16:creationId xmlns:a16="http://schemas.microsoft.com/office/drawing/2014/main" id="{B80707A5-9016-95AC-E211-3FE42EB15A71}"/>
              </a:ext>
            </a:extLst>
          </p:cNvPr>
          <p:cNvSpPr>
            <a:spLocks noGrp="1"/>
          </p:cNvSpPr>
          <p:nvPr>
            <p:ph idx="1"/>
          </p:nvPr>
        </p:nvSpPr>
        <p:spPr>
          <a:xfrm>
            <a:off x="2700164" y="2395991"/>
            <a:ext cx="4580843" cy="2940404"/>
          </a:xfrm>
        </p:spPr>
        <p:txBody>
          <a:bodyPr>
            <a:normAutofit fontScale="92500" lnSpcReduction="20000"/>
          </a:bodyPr>
          <a:lstStyle/>
          <a:p>
            <a:pPr marL="0" indent="0">
              <a:buNone/>
            </a:pPr>
            <a:r>
              <a:rPr lang="en-IN" sz="1800" b="1" i="1" dirty="0"/>
              <a:t>Name</a:t>
            </a:r>
            <a:r>
              <a:rPr lang="en-IN" b="1" i="1" dirty="0"/>
              <a:t>:  DEVISHREE S
</a:t>
            </a:r>
            <a:r>
              <a:rPr lang="en-IN" sz="1800" b="1" i="1" dirty="0"/>
              <a:t>Roll Number</a:t>
            </a:r>
            <a:r>
              <a:rPr lang="en-IN" b="1" i="1"/>
              <a:t>:811324243029</a:t>
            </a:r>
            <a:r>
              <a:rPr lang="en-IN" b="1" i="1" dirty="0"/>
              <a:t>
</a:t>
            </a:r>
            <a:r>
              <a:rPr lang="en-IN" sz="1800" b="1" i="1" dirty="0"/>
              <a:t>Department</a:t>
            </a:r>
            <a:r>
              <a:rPr lang="en-IN" b="1" i="1" dirty="0"/>
              <a:t>:  AIDS
</a:t>
            </a:r>
            <a:r>
              <a:rPr lang="en-IN" sz="1800" b="1" i="1" dirty="0"/>
              <a:t>Class</a:t>
            </a:r>
            <a:r>
              <a:rPr lang="en-IN" b="1" i="1" dirty="0"/>
              <a:t>:  Sec—’A’</a:t>
            </a:r>
          </a:p>
          <a:p>
            <a:pPr marL="0" indent="0">
              <a:buNone/>
            </a:pPr>
            <a:r>
              <a:rPr lang="en-IN" b="1" dirty="0"/>
              <a:t>College:JJ.college of engineering and technology </a:t>
            </a:r>
          </a:p>
          <a:p>
            <a:pPr marL="0" indent="0">
              <a:buNone/>
            </a:pPr>
            <a:r>
              <a:rPr lang="en-IN" b="1" dirty="0"/>
              <a:t>Batch:7</a:t>
            </a:r>
          </a:p>
          <a:p>
            <a:pPr marL="0" indent="0">
              <a:buNone/>
            </a:pPr>
            <a:endParaRPr lang="en-IN" b="1" i="1" dirty="0"/>
          </a:p>
          <a:p>
            <a:pPr marL="0" indent="0">
              <a:buNone/>
            </a:pPr>
            <a:endParaRPr lang="en-IN" b="1" dirty="0"/>
          </a:p>
        </p:txBody>
      </p:sp>
    </p:spTree>
    <p:extLst>
      <p:ext uri="{BB962C8B-B14F-4D97-AF65-F5344CB8AC3E}">
        <p14:creationId xmlns:p14="http://schemas.microsoft.com/office/powerpoint/2010/main" val="1957043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DB715-1DAA-AD29-5981-76CB04C354C9}"/>
              </a:ext>
            </a:extLst>
          </p:cNvPr>
          <p:cNvSpPr>
            <a:spLocks noGrp="1"/>
          </p:cNvSpPr>
          <p:nvPr>
            <p:ph type="title"/>
          </p:nvPr>
        </p:nvSpPr>
        <p:spPr/>
        <p:txBody>
          <a:bodyPr/>
          <a:lstStyle/>
          <a:p>
            <a:r>
              <a:rPr lang="en-IN" dirty="0"/>
              <a:t>Introduction </a:t>
            </a:r>
            <a:endParaRPr lang="en-US" dirty="0"/>
          </a:p>
        </p:txBody>
      </p:sp>
      <p:sp>
        <p:nvSpPr>
          <p:cNvPr id="3" name="Content Placeholder 2">
            <a:extLst>
              <a:ext uri="{FF2B5EF4-FFF2-40B4-BE49-F238E27FC236}">
                <a16:creationId xmlns:a16="http://schemas.microsoft.com/office/drawing/2014/main" id="{C40B1109-BAE2-B06D-3C3A-8C90FF8820EC}"/>
              </a:ext>
            </a:extLst>
          </p:cNvPr>
          <p:cNvSpPr>
            <a:spLocks noGrp="1"/>
          </p:cNvSpPr>
          <p:nvPr>
            <p:ph idx="1"/>
          </p:nvPr>
        </p:nvSpPr>
        <p:spPr>
          <a:xfrm>
            <a:off x="2612684" y="2510647"/>
            <a:ext cx="7202456" cy="3333934"/>
          </a:xfrm>
        </p:spPr>
        <p:txBody>
          <a:bodyPr/>
          <a:lstStyle/>
          <a:p>
            <a:r>
              <a:rPr lang="en-US" dirty="0"/>
              <a:t>Exam Result Management System is developed using Python.</a:t>
            </a:r>
            <a:endParaRPr lang="en-IN" dirty="0"/>
          </a:p>
          <a:p>
            <a:r>
              <a:rPr lang="en-US" dirty="0"/>
              <a:t>It stores student details and marks.</a:t>
            </a:r>
            <a:endParaRPr lang="en-IN" dirty="0"/>
          </a:p>
          <a:p>
            <a:r>
              <a:rPr lang="en-US" dirty="0"/>
              <a:t>It calculates total marks and average</a:t>
            </a:r>
            <a:endParaRPr lang="en-IN" dirty="0"/>
          </a:p>
          <a:p>
            <a:r>
              <a:rPr lang="en-US" dirty="0"/>
              <a:t>It finds the class average</a:t>
            </a:r>
            <a:endParaRPr lang="en-IN" dirty="0"/>
          </a:p>
          <a:p>
            <a:r>
              <a:rPr lang="en-US" dirty="0"/>
              <a:t>It identifies the top scorer and lowest scorer</a:t>
            </a:r>
            <a:endParaRPr lang="en-IN" dirty="0"/>
          </a:p>
          <a:p>
            <a:r>
              <a:rPr lang="en-US" dirty="0"/>
              <a:t>The project is developed using Object-Oriented Programming (</a:t>
            </a:r>
            <a:r>
              <a:rPr lang="en-IN" dirty="0"/>
              <a:t>OOPS)</a:t>
            </a:r>
            <a:endParaRPr lang="en-US" dirty="0"/>
          </a:p>
        </p:txBody>
      </p:sp>
    </p:spTree>
    <p:extLst>
      <p:ext uri="{BB962C8B-B14F-4D97-AF65-F5344CB8AC3E}">
        <p14:creationId xmlns:p14="http://schemas.microsoft.com/office/powerpoint/2010/main" val="2666215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6AC56-72CB-7BA1-4CE4-95141A772224}"/>
              </a:ext>
            </a:extLst>
          </p:cNvPr>
          <p:cNvSpPr>
            <a:spLocks noGrp="1"/>
          </p:cNvSpPr>
          <p:nvPr>
            <p:ph type="title"/>
          </p:nvPr>
        </p:nvSpPr>
        <p:spPr/>
        <p:txBody>
          <a:bodyPr/>
          <a:lstStyle/>
          <a:p>
            <a:r>
              <a:rPr lang="en-IN" dirty="0"/>
              <a:t>Objectives</a:t>
            </a:r>
            <a:endParaRPr lang="en-US" dirty="0"/>
          </a:p>
        </p:txBody>
      </p:sp>
      <p:sp>
        <p:nvSpPr>
          <p:cNvPr id="3" name="Content Placeholder 2">
            <a:extLst>
              <a:ext uri="{FF2B5EF4-FFF2-40B4-BE49-F238E27FC236}">
                <a16:creationId xmlns:a16="http://schemas.microsoft.com/office/drawing/2014/main" id="{473A5BE4-E62F-A717-BA70-74E63D576771}"/>
              </a:ext>
            </a:extLst>
          </p:cNvPr>
          <p:cNvSpPr>
            <a:spLocks noGrp="1"/>
          </p:cNvSpPr>
          <p:nvPr>
            <p:ph idx="1"/>
          </p:nvPr>
        </p:nvSpPr>
        <p:spPr/>
        <p:txBody>
          <a:bodyPr>
            <a:normAutofit/>
          </a:bodyPr>
          <a:lstStyle/>
          <a:p>
            <a:r>
              <a:rPr lang="en-IN" dirty="0"/>
              <a:t>To maintain student details in an organized way.
To calculate the total and average marks of each student.
To display the exam results clearly.
To find the overall class average.
To identify the top scorer and the lowest scorer.
To understand how OOP concepts are used in Python through a simple project.</a:t>
            </a:r>
            <a:endParaRPr lang="en-US" dirty="0"/>
          </a:p>
        </p:txBody>
      </p:sp>
    </p:spTree>
    <p:extLst>
      <p:ext uri="{BB962C8B-B14F-4D97-AF65-F5344CB8AC3E}">
        <p14:creationId xmlns:p14="http://schemas.microsoft.com/office/powerpoint/2010/main" val="1307359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9C360-E21B-3171-E7D9-D4B9A23A5826}"/>
              </a:ext>
            </a:extLst>
          </p:cNvPr>
          <p:cNvSpPr>
            <a:spLocks noGrp="1"/>
          </p:cNvSpPr>
          <p:nvPr>
            <p:ph type="title"/>
          </p:nvPr>
        </p:nvSpPr>
        <p:spPr/>
        <p:txBody>
          <a:bodyPr/>
          <a:lstStyle/>
          <a:p>
            <a:r>
              <a:rPr lang="en-IN" dirty="0"/>
              <a:t>Oops concept used</a:t>
            </a:r>
            <a:endParaRPr lang="en-US" dirty="0"/>
          </a:p>
        </p:txBody>
      </p:sp>
      <p:sp>
        <p:nvSpPr>
          <p:cNvPr id="3" name="Content Placeholder 2">
            <a:extLst>
              <a:ext uri="{FF2B5EF4-FFF2-40B4-BE49-F238E27FC236}">
                <a16:creationId xmlns:a16="http://schemas.microsoft.com/office/drawing/2014/main" id="{1AA2339A-0FF6-1A63-E37F-DE5C7A1A5D5C}"/>
              </a:ext>
              <a:ext uri="{C183D7F6-B498-43B3-948B-1728B52AA6E4}">
                <adec:decorative xmlns:adec="http://schemas.microsoft.com/office/drawing/2017/decorative" val="1"/>
              </a:ext>
            </a:extLst>
          </p:cNvPr>
          <p:cNvSpPr>
            <a:spLocks noGrp="1"/>
          </p:cNvSpPr>
          <p:nvPr>
            <p:ph sz="half" idx="1"/>
          </p:nvPr>
        </p:nvSpPr>
        <p:spPr>
          <a:xfrm>
            <a:off x="1449217" y="2076298"/>
            <a:ext cx="3930701" cy="3341714"/>
          </a:xfrm>
          <a:ln>
            <a:solidFill>
              <a:schemeClr val="accent1"/>
            </a:solidFill>
          </a:ln>
        </p:spPr>
        <p:txBody>
          <a:bodyPr>
            <a:normAutofit fontScale="32500" lnSpcReduction="20000"/>
          </a:bodyPr>
          <a:lstStyle/>
          <a:p>
            <a:pPr marL="0" indent="0">
              <a:buNone/>
            </a:pPr>
            <a:r>
              <a:rPr lang="en-IN" sz="6200" b="1" dirty="0"/>
              <a:t>Class</a:t>
            </a:r>
            <a:r>
              <a:rPr lang="en-IN" dirty="0"/>
              <a:t>   </a:t>
            </a:r>
            <a:endParaRPr lang="en-IN" sz="3600" dirty="0"/>
          </a:p>
          <a:p>
            <a:pPr marL="0" indent="0">
              <a:buNone/>
            </a:pPr>
            <a:r>
              <a:rPr lang="en-IN" sz="3600" dirty="0"/>
              <a:t>             </a:t>
            </a:r>
            <a:r>
              <a:rPr lang="en-IN" sz="4900" dirty="0"/>
              <a:t>Student</a:t>
            </a:r>
          </a:p>
          <a:p>
            <a:pPr marL="0" indent="0">
              <a:buNone/>
            </a:pPr>
            <a:r>
              <a:rPr lang="en-IN" sz="4900" dirty="0"/>
              <a:t>          Exam Result</a:t>
            </a:r>
          </a:p>
          <a:p>
            <a:pPr marL="0" indent="0">
              <a:buNone/>
            </a:pPr>
            <a:r>
              <a:rPr lang="en-IN" sz="6200" b="1" dirty="0"/>
              <a:t>Object</a:t>
            </a:r>
          </a:p>
          <a:p>
            <a:pPr marL="0" indent="0">
              <a:buNone/>
            </a:pPr>
            <a:r>
              <a:rPr lang="en-IN" dirty="0"/>
              <a:t>                      </a:t>
            </a:r>
            <a:r>
              <a:rPr lang="en-IN" sz="4900" dirty="0"/>
              <a:t>bog = </a:t>
            </a:r>
            <a:r>
              <a:rPr lang="en-IN" sz="4900" dirty="0" err="1"/>
              <a:t>ExamResult</a:t>
            </a:r>
            <a:r>
              <a:rPr lang="en-IN" sz="4900" dirty="0"/>
              <a:t>()</a:t>
            </a:r>
          </a:p>
          <a:p>
            <a:pPr marL="0" indent="0">
              <a:buNone/>
            </a:pPr>
            <a:r>
              <a:rPr lang="en-IN" sz="6200" b="1" dirty="0"/>
              <a:t>Constructor</a:t>
            </a:r>
            <a:r>
              <a:rPr lang="en-IN" dirty="0"/>
              <a:t> 
                  </a:t>
            </a:r>
            <a:r>
              <a:rPr lang="en-IN" sz="4900" dirty="0"/>
              <a:t>   </a:t>
            </a:r>
            <a:r>
              <a:rPr lang="en-IN" sz="4900" dirty="0" err="1"/>
              <a:t>init</a:t>
            </a:r>
            <a:r>
              <a:rPr lang="en-IN" sz="4900" dirty="0"/>
              <a:t>()</a:t>
            </a:r>
          </a:p>
          <a:p>
            <a:pPr marL="0" indent="0">
              <a:buNone/>
            </a:pPr>
            <a:endParaRPr lang="en-US" sz="3675" dirty="0"/>
          </a:p>
        </p:txBody>
      </p:sp>
      <p:sp>
        <p:nvSpPr>
          <p:cNvPr id="4" name="Content Placeholder 3">
            <a:extLst>
              <a:ext uri="{FF2B5EF4-FFF2-40B4-BE49-F238E27FC236}">
                <a16:creationId xmlns:a16="http://schemas.microsoft.com/office/drawing/2014/main" id="{4B2841C5-8FBE-ADD3-0116-A3D4785A370D}"/>
              </a:ext>
            </a:extLst>
          </p:cNvPr>
          <p:cNvSpPr>
            <a:spLocks noGrp="1"/>
          </p:cNvSpPr>
          <p:nvPr>
            <p:ph sz="half" idx="2"/>
          </p:nvPr>
        </p:nvSpPr>
        <p:spPr>
          <a:xfrm>
            <a:off x="6597615" y="2076298"/>
            <a:ext cx="4645152" cy="2976464"/>
          </a:xfrm>
        </p:spPr>
        <p:txBody>
          <a:bodyPr>
            <a:normAutofit fontScale="32500" lnSpcReduction="20000"/>
          </a:bodyPr>
          <a:lstStyle/>
          <a:p>
            <a:pPr marL="0" indent="0">
              <a:buNone/>
            </a:pPr>
            <a:r>
              <a:rPr lang="en-IN" sz="8000" b="1" dirty="0"/>
              <a:t>Method</a:t>
            </a:r>
          </a:p>
          <a:p>
            <a:r>
              <a:rPr lang="en-IN" sz="5600" dirty="0"/>
              <a:t>calculate()
add student()
display()
class average()
top scorer()
low scorer()</a:t>
            </a:r>
            <a:endParaRPr lang="en-US" sz="5600" dirty="0"/>
          </a:p>
        </p:txBody>
      </p:sp>
    </p:spTree>
    <p:extLst>
      <p:ext uri="{BB962C8B-B14F-4D97-AF65-F5344CB8AC3E}">
        <p14:creationId xmlns:p14="http://schemas.microsoft.com/office/powerpoint/2010/main" val="4247185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6C1AC-E1DE-DDC7-EA8A-86CFF947E0A5}"/>
              </a:ext>
            </a:extLst>
          </p:cNvPr>
          <p:cNvSpPr>
            <a:spLocks noGrp="1"/>
          </p:cNvSpPr>
          <p:nvPr>
            <p:ph type="title"/>
          </p:nvPr>
        </p:nvSpPr>
        <p:spPr/>
        <p:txBody>
          <a:bodyPr/>
          <a:lstStyle/>
          <a:p>
            <a:r>
              <a:rPr lang="en-IN" dirty="0"/>
              <a:t>Classes Used</a:t>
            </a:r>
            <a:endParaRPr lang="en-US" dirty="0"/>
          </a:p>
        </p:txBody>
      </p:sp>
      <p:sp>
        <p:nvSpPr>
          <p:cNvPr id="3" name="Content Placeholder 2">
            <a:extLst>
              <a:ext uri="{FF2B5EF4-FFF2-40B4-BE49-F238E27FC236}">
                <a16:creationId xmlns:a16="http://schemas.microsoft.com/office/drawing/2014/main" id="{1479350A-CAF0-682F-2097-EBA2AEA8337A}"/>
              </a:ext>
            </a:extLst>
          </p:cNvPr>
          <p:cNvSpPr>
            <a:spLocks noGrp="1"/>
          </p:cNvSpPr>
          <p:nvPr>
            <p:ph idx="1"/>
          </p:nvPr>
        </p:nvSpPr>
        <p:spPr>
          <a:xfrm>
            <a:off x="1451580" y="1853756"/>
            <a:ext cx="9384443" cy="3782391"/>
          </a:xfrm>
          <a:ln>
            <a:solidFill>
              <a:schemeClr val="accent1"/>
            </a:solidFill>
          </a:ln>
        </p:spPr>
        <p:txBody>
          <a:bodyPr>
            <a:normAutofit fontScale="85000" lnSpcReduction="20000"/>
          </a:bodyPr>
          <a:lstStyle/>
          <a:p>
            <a:pPr marL="342900" lvl="1" indent="0">
              <a:buNone/>
            </a:pPr>
            <a:r>
              <a:rPr lang="en-IN" sz="2600" b="1" dirty="0"/>
              <a:t>Stores</a:t>
            </a:r>
            <a:r>
              <a:rPr lang="en-IN" dirty="0"/>
              <a:t>
 </a:t>
            </a:r>
            <a:r>
              <a:rPr lang="en-IN" sz="2200" dirty="0"/>
              <a:t> Roll Number
  Name
  Mark 1
  Mark 2
  Mark 3
  Total
  Average </a:t>
            </a:r>
          </a:p>
          <a:p>
            <a:pPr marL="342900" lvl="1" indent="0">
              <a:buNone/>
            </a:pPr>
            <a:r>
              <a:rPr lang="en-IN" sz="2400" b="1" dirty="0"/>
              <a:t>Method</a:t>
            </a:r>
            <a:r>
              <a:rPr lang="en-IN" b="1" dirty="0"/>
              <a:t> </a:t>
            </a:r>
            <a:r>
              <a:rPr lang="en-IN" dirty="0"/>
              <a:t>
 .     calculate()</a:t>
            </a:r>
            <a:endParaRPr lang="en-US" dirty="0"/>
          </a:p>
        </p:txBody>
      </p:sp>
    </p:spTree>
    <p:extLst>
      <p:ext uri="{BB962C8B-B14F-4D97-AF65-F5344CB8AC3E}">
        <p14:creationId xmlns:p14="http://schemas.microsoft.com/office/powerpoint/2010/main" val="10564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30603-FFA2-9B50-C41D-BE8DAD2AD801}"/>
              </a:ext>
            </a:extLst>
          </p:cNvPr>
          <p:cNvSpPr>
            <a:spLocks noGrp="1"/>
          </p:cNvSpPr>
          <p:nvPr>
            <p:ph type="title"/>
          </p:nvPr>
        </p:nvSpPr>
        <p:spPr/>
        <p:txBody>
          <a:bodyPr/>
          <a:lstStyle/>
          <a:p>
            <a:r>
              <a:rPr lang="en-US" dirty="0" err="1"/>
              <a:t>ExamResult</a:t>
            </a:r>
            <a:r>
              <a:rPr lang="en-US" dirty="0"/>
              <a:t> Class</a:t>
            </a:r>
          </a:p>
        </p:txBody>
      </p:sp>
      <p:sp>
        <p:nvSpPr>
          <p:cNvPr id="3" name="Content Placeholder 2">
            <a:extLst>
              <a:ext uri="{FF2B5EF4-FFF2-40B4-BE49-F238E27FC236}">
                <a16:creationId xmlns:a16="http://schemas.microsoft.com/office/drawing/2014/main" id="{8B337E69-3F2F-CFCE-1150-7D4153AF1532}"/>
              </a:ext>
            </a:extLst>
          </p:cNvPr>
          <p:cNvSpPr>
            <a:spLocks noGrp="1"/>
          </p:cNvSpPr>
          <p:nvPr>
            <p:ph idx="1"/>
          </p:nvPr>
        </p:nvSpPr>
        <p:spPr/>
        <p:txBody>
          <a:bodyPr/>
          <a:lstStyle/>
          <a:p>
            <a:pPr marL="0" indent="0">
              <a:buNone/>
            </a:pPr>
            <a:r>
              <a:rPr lang="en-US" b="1" dirty="0"/>
              <a:t>Functions</a:t>
            </a:r>
            <a:endParaRPr lang="en-IN" b="1" dirty="0"/>
          </a:p>
          <a:p>
            <a:pPr marL="0" indent="0">
              <a:buNone/>
            </a:pPr>
            <a:r>
              <a:rPr lang="en-IN" dirty="0"/>
              <a:t>Add </a:t>
            </a:r>
            <a:r>
              <a:rPr lang="en-US" dirty="0"/>
              <a:t>student details</a:t>
            </a:r>
            <a:endParaRPr lang="en-IN" dirty="0"/>
          </a:p>
          <a:p>
            <a:pPr marL="0" indent="0">
              <a:buNone/>
            </a:pPr>
            <a:r>
              <a:rPr lang="en-US" dirty="0"/>
              <a:t>Display result </a:t>
            </a:r>
            <a:endParaRPr lang="en-IN" dirty="0"/>
          </a:p>
          <a:p>
            <a:pPr marL="0" indent="0">
              <a:buNone/>
            </a:pPr>
            <a:r>
              <a:rPr lang="en-US" dirty="0"/>
              <a:t>Calculate class average</a:t>
            </a:r>
            <a:endParaRPr lang="en-IN" dirty="0"/>
          </a:p>
          <a:p>
            <a:pPr marL="0" indent="0">
              <a:buNone/>
            </a:pPr>
            <a:r>
              <a:rPr lang="en-US" dirty="0"/>
              <a:t>Find top scorer</a:t>
            </a:r>
            <a:r>
              <a:rPr lang="en-IN" dirty="0"/>
              <a:t> and </a:t>
            </a:r>
            <a:r>
              <a:rPr lang="en-US" dirty="0"/>
              <a:t>lowest scorer</a:t>
            </a:r>
            <a:endParaRPr lang="en-IN" dirty="0"/>
          </a:p>
          <a:p>
            <a:pPr marL="0" indent="0">
              <a:buNone/>
            </a:pPr>
            <a:r>
              <a:rPr lang="en-US" dirty="0"/>
              <a:t>Uses a list to store all </a:t>
            </a:r>
            <a:r>
              <a:rPr lang="en-IN" dirty="0"/>
              <a:t>student </a:t>
            </a:r>
            <a:r>
              <a:rPr lang="en-US" dirty="0"/>
              <a:t>objects.</a:t>
            </a:r>
          </a:p>
        </p:txBody>
      </p:sp>
    </p:spTree>
    <p:extLst>
      <p:ext uri="{BB962C8B-B14F-4D97-AF65-F5344CB8AC3E}">
        <p14:creationId xmlns:p14="http://schemas.microsoft.com/office/powerpoint/2010/main" val="1784848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9B4D4-2BF7-881A-CF02-60596E40F527}"/>
              </a:ext>
            </a:extLst>
          </p:cNvPr>
          <p:cNvSpPr>
            <a:spLocks noGrp="1"/>
          </p:cNvSpPr>
          <p:nvPr>
            <p:ph type="title"/>
          </p:nvPr>
        </p:nvSpPr>
        <p:spPr>
          <a:xfrm>
            <a:off x="2494772" y="1140238"/>
            <a:ext cx="7202456" cy="992366"/>
          </a:xfrm>
        </p:spPr>
        <p:txBody>
          <a:bodyPr/>
          <a:lstStyle/>
          <a:p>
            <a:r>
              <a:rPr lang="en-IN" dirty="0"/>
              <a:t>Algorithm</a:t>
            </a:r>
            <a:endParaRPr lang="en-US" dirty="0"/>
          </a:p>
        </p:txBody>
      </p:sp>
      <p:sp>
        <p:nvSpPr>
          <p:cNvPr id="7" name="TextBox 6">
            <a:extLst>
              <a:ext uri="{FF2B5EF4-FFF2-40B4-BE49-F238E27FC236}">
                <a16:creationId xmlns:a16="http://schemas.microsoft.com/office/drawing/2014/main" id="{C63AEA3B-BE88-9C16-6A53-BB21DA0BC46B}"/>
              </a:ext>
            </a:extLst>
          </p:cNvPr>
          <p:cNvSpPr txBox="1"/>
          <p:nvPr/>
        </p:nvSpPr>
        <p:spPr>
          <a:xfrm>
            <a:off x="1600642" y="1967529"/>
            <a:ext cx="6228649" cy="4154984"/>
          </a:xfrm>
          <a:prstGeom prst="rect">
            <a:avLst/>
          </a:prstGeom>
          <a:noFill/>
        </p:spPr>
        <p:txBody>
          <a:bodyPr wrap="square">
            <a:spAutoFit/>
          </a:bodyPr>
          <a:lstStyle/>
          <a:p>
            <a:pPr marL="342900" indent="-342900">
              <a:buFont typeface="+mj-lt"/>
              <a:buAutoNum type="arabicPeriod"/>
            </a:pPr>
            <a:r>
              <a:rPr lang="en-US" sz="2400" dirty="0"/>
              <a:t>Start</a:t>
            </a:r>
            <a:endParaRPr lang="en-IN" sz="2400" dirty="0"/>
          </a:p>
          <a:p>
            <a:pPr marL="342900" indent="-342900">
              <a:buFont typeface="+mj-lt"/>
              <a:buAutoNum type="arabicPeriod"/>
            </a:pPr>
            <a:r>
              <a:rPr lang="en-US" sz="2400" dirty="0"/>
              <a:t>Enter number of students. </a:t>
            </a:r>
            <a:endParaRPr lang="en-IN" sz="2400" dirty="0"/>
          </a:p>
          <a:p>
            <a:pPr marL="342900" indent="-342900">
              <a:buFont typeface="+mj-lt"/>
              <a:buAutoNum type="arabicPeriod"/>
            </a:pPr>
            <a:r>
              <a:rPr lang="en-US" sz="2400" dirty="0"/>
              <a:t>Read student details.</a:t>
            </a:r>
            <a:endParaRPr lang="en-IN" sz="2400" dirty="0"/>
          </a:p>
          <a:p>
            <a:pPr marL="342900" indent="-342900">
              <a:buFont typeface="+mj-lt"/>
              <a:buAutoNum type="arabicPeriod"/>
            </a:pPr>
            <a:r>
              <a:rPr lang="en-US" sz="2400" dirty="0"/>
              <a:t>Create Student object.</a:t>
            </a:r>
            <a:endParaRPr lang="en-IN" sz="2400" dirty="0"/>
          </a:p>
          <a:p>
            <a:pPr marL="342900" indent="-342900">
              <a:buFont typeface="+mj-lt"/>
              <a:buAutoNum type="arabicPeriod"/>
            </a:pPr>
            <a:r>
              <a:rPr lang="en-US" sz="2400" dirty="0"/>
              <a:t>Calculate total and average.</a:t>
            </a:r>
            <a:endParaRPr lang="en-IN" sz="2400" dirty="0"/>
          </a:p>
          <a:p>
            <a:pPr marL="342900" indent="-342900">
              <a:buFont typeface="+mj-lt"/>
              <a:buAutoNum type="arabicPeriod"/>
            </a:pPr>
            <a:r>
              <a:rPr lang="en-US" sz="2400" dirty="0"/>
              <a:t>Store object in list.</a:t>
            </a:r>
            <a:endParaRPr lang="en-IN" sz="2400" dirty="0"/>
          </a:p>
          <a:p>
            <a:pPr marL="342900" indent="-342900">
              <a:buFont typeface="+mj-lt"/>
              <a:buAutoNum type="arabicPeriod"/>
            </a:pPr>
            <a:r>
              <a:rPr lang="en-US" sz="2400" dirty="0"/>
              <a:t>Display all results.</a:t>
            </a:r>
            <a:endParaRPr lang="en-IN" sz="2400" dirty="0"/>
          </a:p>
          <a:p>
            <a:pPr marL="342900" indent="-342900">
              <a:buFont typeface="+mj-lt"/>
              <a:buAutoNum type="arabicPeriod"/>
            </a:pPr>
            <a:r>
              <a:rPr lang="en-US" sz="2400" dirty="0"/>
              <a:t>Calculate class average</a:t>
            </a:r>
            <a:endParaRPr lang="en-IN" sz="2400" dirty="0"/>
          </a:p>
          <a:p>
            <a:pPr marL="342900" indent="-342900">
              <a:buFont typeface="+mj-lt"/>
              <a:buAutoNum type="arabicPeriod"/>
            </a:pPr>
            <a:r>
              <a:rPr lang="en-US" sz="2400" dirty="0"/>
              <a:t>Find top scorer</a:t>
            </a:r>
            <a:endParaRPr lang="en-IN" sz="2400" dirty="0"/>
          </a:p>
          <a:p>
            <a:pPr marL="342900" indent="-342900">
              <a:buFont typeface="+mj-lt"/>
              <a:buAutoNum type="arabicPeriod"/>
            </a:pPr>
            <a:r>
              <a:rPr lang="en-US" sz="2400" dirty="0"/>
              <a:t>Find lowest scorer.</a:t>
            </a:r>
            <a:endParaRPr lang="en-IN" sz="2400" dirty="0"/>
          </a:p>
          <a:p>
            <a:pPr marL="342900" indent="-342900">
              <a:buFont typeface="+mj-lt"/>
              <a:buAutoNum type="arabicPeriod"/>
            </a:pPr>
            <a:r>
              <a:rPr lang="en-US" sz="2400" dirty="0"/>
              <a:t>Stop</a:t>
            </a:r>
          </a:p>
        </p:txBody>
      </p:sp>
    </p:spTree>
    <p:extLst>
      <p:ext uri="{BB962C8B-B14F-4D97-AF65-F5344CB8AC3E}">
        <p14:creationId xmlns:p14="http://schemas.microsoft.com/office/powerpoint/2010/main" val="516181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D264F-9A10-9BB4-8211-9EFC0F1DCCF9}"/>
              </a:ext>
            </a:extLst>
          </p:cNvPr>
          <p:cNvSpPr>
            <a:spLocks noGrp="1"/>
          </p:cNvSpPr>
          <p:nvPr>
            <p:ph type="title"/>
          </p:nvPr>
        </p:nvSpPr>
        <p:spPr/>
        <p:txBody>
          <a:bodyPr/>
          <a:lstStyle/>
          <a:p>
            <a:r>
              <a:rPr lang="en-IN" dirty="0"/>
              <a:t>Program </a:t>
            </a:r>
            <a:endParaRPr lang="en-US" dirty="0"/>
          </a:p>
        </p:txBody>
      </p:sp>
      <p:sp>
        <p:nvSpPr>
          <p:cNvPr id="6" name="Content Placeholder 5">
            <a:extLst>
              <a:ext uri="{FF2B5EF4-FFF2-40B4-BE49-F238E27FC236}">
                <a16:creationId xmlns:a16="http://schemas.microsoft.com/office/drawing/2014/main" id="{93938910-9B4A-E452-6134-1509DA0B40BB}"/>
              </a:ext>
            </a:extLst>
          </p:cNvPr>
          <p:cNvSpPr>
            <a:spLocks noGrp="1"/>
          </p:cNvSpPr>
          <p:nvPr>
            <p:ph sz="half" idx="2"/>
          </p:nvPr>
        </p:nvSpPr>
        <p:spPr>
          <a:xfrm>
            <a:off x="3811220" y="1966981"/>
            <a:ext cx="2370125" cy="4086130"/>
          </a:xfrm>
        </p:spPr>
        <p:txBody>
          <a:bodyPr>
            <a:noAutofit/>
          </a:bodyPr>
          <a:lstStyle/>
          <a:p>
            <a:pPr marL="0" indent="0">
              <a:buNone/>
            </a:pPr>
            <a:r>
              <a:rPr lang="en-US" sz="800" dirty="0"/>
              <a:t>class </a:t>
            </a:r>
            <a:r>
              <a:rPr lang="en-US" sz="800" dirty="0" err="1"/>
              <a:t>ExamResult</a:t>
            </a:r>
            <a:r>
              <a:rPr lang="en-US" sz="800" dirty="0"/>
              <a:t>:</a:t>
            </a:r>
          </a:p>
          <a:p>
            <a:pPr marL="0" indent="0">
              <a:buNone/>
            </a:pPr>
            <a:r>
              <a:rPr lang="en-US" sz="800" dirty="0"/>
              <a:t>     def __</a:t>
            </a:r>
            <a:r>
              <a:rPr lang="en-US" sz="800" dirty="0" err="1"/>
              <a:t>init</a:t>
            </a:r>
            <a:r>
              <a:rPr lang="en-US" sz="800" dirty="0"/>
              <a:t>__(self):</a:t>
            </a:r>
          </a:p>
          <a:p>
            <a:pPr marL="0" indent="0">
              <a:buNone/>
            </a:pPr>
            <a:r>
              <a:rPr lang="en-US" sz="800" dirty="0"/>
              <a:t>          </a:t>
            </a:r>
            <a:r>
              <a:rPr lang="en-US" sz="800" dirty="0" err="1"/>
              <a:t>self.students</a:t>
            </a:r>
            <a:r>
              <a:rPr lang="en-US" sz="800" dirty="0"/>
              <a:t> = []</a:t>
            </a:r>
          </a:p>
          <a:p>
            <a:pPr marL="0" indent="0">
              <a:buNone/>
            </a:pPr>
            <a:r>
              <a:rPr lang="en-US" sz="800" dirty="0"/>
              <a:t>     def </a:t>
            </a:r>
            <a:r>
              <a:rPr lang="en-US" sz="800" dirty="0" err="1"/>
              <a:t>add_student</a:t>
            </a:r>
            <a:r>
              <a:rPr lang="en-US" sz="800" dirty="0"/>
              <a:t>(self):</a:t>
            </a:r>
          </a:p>
          <a:p>
            <a:pPr marL="0" indent="0">
              <a:buNone/>
            </a:pPr>
            <a:r>
              <a:rPr lang="en-US" sz="800" dirty="0"/>
              <a:t>        n = int(input("Enter Number of Students: "))</a:t>
            </a:r>
          </a:p>
          <a:p>
            <a:pPr marL="0" indent="0">
              <a:buNone/>
            </a:pPr>
            <a:r>
              <a:rPr lang="en-US" sz="800" dirty="0"/>
              <a:t>        </a:t>
            </a:r>
            <a:r>
              <a:rPr lang="en-US" sz="800" dirty="0" err="1"/>
              <a:t>i</a:t>
            </a:r>
            <a:r>
              <a:rPr lang="en-US" sz="800" dirty="0"/>
              <a:t> = 0</a:t>
            </a:r>
          </a:p>
          <a:p>
            <a:pPr marL="0" indent="0">
              <a:buNone/>
            </a:pPr>
            <a:r>
              <a:rPr lang="en-US" sz="800" dirty="0"/>
              <a:t>        while </a:t>
            </a:r>
            <a:r>
              <a:rPr lang="en-US" sz="800" dirty="0" err="1"/>
              <a:t>i</a:t>
            </a:r>
            <a:r>
              <a:rPr lang="en-US" sz="800" dirty="0"/>
              <a:t> &lt; n:</a:t>
            </a:r>
          </a:p>
          <a:p>
            <a:pPr marL="0" indent="0">
              <a:buNone/>
            </a:pPr>
            <a:r>
              <a:rPr lang="en-US" sz="800" dirty="0"/>
              <a:t>             print("\</a:t>
            </a:r>
            <a:r>
              <a:rPr lang="en-US" sz="800" dirty="0" err="1"/>
              <a:t>nEnter</a:t>
            </a:r>
            <a:r>
              <a:rPr lang="en-US" sz="800" dirty="0"/>
              <a:t> Student", </a:t>
            </a:r>
            <a:r>
              <a:rPr lang="en-US" sz="800" dirty="0" err="1"/>
              <a:t>i</a:t>
            </a:r>
            <a:r>
              <a:rPr lang="en-US" sz="800" dirty="0"/>
              <a:t> + 1, "Details")</a:t>
            </a:r>
          </a:p>
          <a:p>
            <a:pPr marL="0" indent="0">
              <a:buNone/>
            </a:pPr>
            <a:r>
              <a:rPr lang="en-US" sz="800" dirty="0"/>
              <a:t>             roll = int(input("Roll No: "))</a:t>
            </a:r>
          </a:p>
          <a:p>
            <a:pPr marL="0" indent="0">
              <a:buNone/>
            </a:pPr>
            <a:r>
              <a:rPr lang="en-US" sz="800" dirty="0"/>
              <a:t>             name = input("Name: ")</a:t>
            </a:r>
          </a:p>
          <a:p>
            <a:pPr marL="0" indent="0">
              <a:buNone/>
            </a:pPr>
            <a:r>
              <a:rPr lang="en-US" sz="800" dirty="0"/>
              <a:t>             m1 = int(input("Mark 1: "))</a:t>
            </a:r>
          </a:p>
          <a:p>
            <a:pPr marL="0" indent="0">
              <a:buNone/>
            </a:pPr>
            <a:r>
              <a:rPr lang="en-US" sz="800" dirty="0"/>
              <a:t>             m2 = int(input("Mark 2: "))</a:t>
            </a:r>
          </a:p>
          <a:p>
            <a:pPr marL="0" indent="0">
              <a:buNone/>
            </a:pPr>
            <a:r>
              <a:rPr lang="en-US" sz="800" dirty="0"/>
              <a:t>             m3 = int(input("Mark 3: "))</a:t>
            </a:r>
          </a:p>
          <a:p>
            <a:pPr marL="0" indent="0">
              <a:buNone/>
            </a:pPr>
            <a:r>
              <a:rPr lang="en-US" sz="800" dirty="0"/>
              <a:t>             s = Student(roll, name, m1, m2, m3)</a:t>
            </a:r>
          </a:p>
          <a:p>
            <a:pPr marL="0" indent="0">
              <a:buNone/>
            </a:pPr>
            <a:r>
              <a:rPr lang="en-US" sz="800" dirty="0"/>
              <a:t>             </a:t>
            </a:r>
            <a:r>
              <a:rPr lang="en-US" sz="800" dirty="0" err="1"/>
              <a:t>s.calculate</a:t>
            </a:r>
            <a:r>
              <a:rPr lang="en-US" sz="800" dirty="0"/>
              <a:t>()</a:t>
            </a:r>
          </a:p>
          <a:p>
            <a:pPr marL="0" indent="0">
              <a:buNone/>
            </a:pPr>
            <a:endParaRPr lang="en-US" sz="800" dirty="0"/>
          </a:p>
        </p:txBody>
      </p:sp>
      <p:sp>
        <p:nvSpPr>
          <p:cNvPr id="8" name="Content Placeholder 7">
            <a:extLst>
              <a:ext uri="{FF2B5EF4-FFF2-40B4-BE49-F238E27FC236}">
                <a16:creationId xmlns:a16="http://schemas.microsoft.com/office/drawing/2014/main" id="{84084C95-C489-CAA4-EF2C-F3FA9A1EF961}"/>
              </a:ext>
            </a:extLst>
          </p:cNvPr>
          <p:cNvSpPr>
            <a:spLocks noGrp="1"/>
          </p:cNvSpPr>
          <p:nvPr>
            <p:ph sz="half" idx="1"/>
          </p:nvPr>
        </p:nvSpPr>
        <p:spPr>
          <a:xfrm>
            <a:off x="1086309" y="1966981"/>
            <a:ext cx="2618841" cy="4034116"/>
          </a:xfrm>
        </p:spPr>
        <p:txBody>
          <a:bodyPr>
            <a:noAutofit/>
          </a:bodyPr>
          <a:lstStyle/>
          <a:p>
            <a:pPr marL="0" indent="0">
              <a:buNone/>
            </a:pPr>
            <a:r>
              <a:rPr lang="en-US" sz="1000" dirty="0"/>
              <a:t>class Student:</a:t>
            </a:r>
          </a:p>
          <a:p>
            <a:pPr marL="0" indent="0">
              <a:buNone/>
            </a:pPr>
            <a:r>
              <a:rPr lang="en-US" sz="1000" dirty="0"/>
              <a:t>    def __</a:t>
            </a:r>
            <a:r>
              <a:rPr lang="en-US" sz="1000" dirty="0" err="1"/>
              <a:t>init</a:t>
            </a:r>
            <a:r>
              <a:rPr lang="en-US" sz="1000" dirty="0"/>
              <a:t>__(self, </a:t>
            </a:r>
            <a:r>
              <a:rPr lang="en-US" sz="1000" dirty="0" err="1"/>
              <a:t>rollno</a:t>
            </a:r>
            <a:r>
              <a:rPr lang="en-US" sz="1000" dirty="0"/>
              <a:t>, name, mark1, mark2, mark3):</a:t>
            </a:r>
          </a:p>
          <a:p>
            <a:pPr marL="0" indent="0">
              <a:buNone/>
            </a:pPr>
            <a:r>
              <a:rPr lang="en-US" sz="1000" dirty="0"/>
              <a:t>         </a:t>
            </a:r>
            <a:r>
              <a:rPr lang="en-US" sz="1000" dirty="0" err="1"/>
              <a:t>self.rollno</a:t>
            </a:r>
            <a:r>
              <a:rPr lang="en-US" sz="1000" dirty="0"/>
              <a:t> = </a:t>
            </a:r>
            <a:r>
              <a:rPr lang="en-US" sz="1000" dirty="0" err="1"/>
              <a:t>rollno</a:t>
            </a:r>
            <a:endParaRPr lang="en-US" sz="1000" dirty="0"/>
          </a:p>
          <a:p>
            <a:pPr marL="0" indent="0">
              <a:buNone/>
            </a:pPr>
            <a:r>
              <a:rPr lang="en-US" sz="1000" dirty="0"/>
              <a:t>         self.name = name</a:t>
            </a:r>
          </a:p>
          <a:p>
            <a:pPr marL="0" indent="0">
              <a:buNone/>
            </a:pPr>
            <a:r>
              <a:rPr lang="en-US" sz="1000" dirty="0"/>
              <a:t>         self.mark1 = mark1</a:t>
            </a:r>
          </a:p>
          <a:p>
            <a:pPr marL="0" indent="0">
              <a:buNone/>
            </a:pPr>
            <a:r>
              <a:rPr lang="en-US" sz="1000" dirty="0"/>
              <a:t>         self.mark2 = mark2</a:t>
            </a:r>
          </a:p>
          <a:p>
            <a:pPr marL="0" indent="0">
              <a:buNone/>
            </a:pPr>
            <a:r>
              <a:rPr lang="en-US" sz="1000" dirty="0"/>
              <a:t>         self.mark3 = mark3</a:t>
            </a:r>
          </a:p>
          <a:p>
            <a:pPr marL="0" indent="0">
              <a:buNone/>
            </a:pPr>
            <a:r>
              <a:rPr lang="en-US" sz="1000" dirty="0"/>
              <a:t>         </a:t>
            </a:r>
            <a:r>
              <a:rPr lang="en-US" sz="1000" dirty="0" err="1"/>
              <a:t>self.total</a:t>
            </a:r>
            <a:r>
              <a:rPr lang="en-US" sz="1000" dirty="0"/>
              <a:t> = 0</a:t>
            </a:r>
          </a:p>
          <a:p>
            <a:pPr marL="0" indent="0">
              <a:buNone/>
            </a:pPr>
            <a:r>
              <a:rPr lang="en-US" sz="1000" dirty="0"/>
              <a:t>         </a:t>
            </a:r>
            <a:r>
              <a:rPr lang="en-US" sz="1000" dirty="0" err="1"/>
              <a:t>self.average</a:t>
            </a:r>
            <a:r>
              <a:rPr lang="en-US" sz="1000" dirty="0"/>
              <a:t> = 0</a:t>
            </a:r>
          </a:p>
          <a:p>
            <a:pPr marL="0" indent="0">
              <a:buNone/>
            </a:pPr>
            <a:r>
              <a:rPr lang="en-US" sz="1000" dirty="0"/>
              <a:t>    def calculate(self):</a:t>
            </a:r>
          </a:p>
          <a:p>
            <a:pPr marL="0" indent="0">
              <a:buNone/>
            </a:pPr>
            <a:r>
              <a:rPr lang="en-US" sz="1000" dirty="0"/>
              <a:t>         </a:t>
            </a:r>
            <a:r>
              <a:rPr lang="en-US" sz="1000" dirty="0" err="1"/>
              <a:t>self.total</a:t>
            </a:r>
            <a:r>
              <a:rPr lang="en-US" sz="1000" dirty="0"/>
              <a:t> = self.mark1 + self.mark2 + self.mark3</a:t>
            </a:r>
          </a:p>
          <a:p>
            <a:pPr marL="0" indent="0">
              <a:buNone/>
            </a:pPr>
            <a:r>
              <a:rPr lang="en-US" sz="1000" dirty="0"/>
              <a:t>         </a:t>
            </a:r>
            <a:r>
              <a:rPr lang="en-US" sz="1000" dirty="0" err="1"/>
              <a:t>self.average</a:t>
            </a:r>
            <a:r>
              <a:rPr lang="en-US" sz="1000" dirty="0"/>
              <a:t> = </a:t>
            </a:r>
            <a:r>
              <a:rPr lang="en-US" sz="1000" dirty="0" err="1"/>
              <a:t>self.total</a:t>
            </a:r>
            <a:r>
              <a:rPr lang="en-US" sz="1000" dirty="0"/>
              <a:t> / 3</a:t>
            </a:r>
          </a:p>
          <a:p>
            <a:pPr marL="0" indent="0">
              <a:buNone/>
            </a:pPr>
            <a:endParaRPr lang="en-US" sz="1000" dirty="0"/>
          </a:p>
        </p:txBody>
      </p:sp>
      <p:sp>
        <p:nvSpPr>
          <p:cNvPr id="4" name="TextBox 3">
            <a:extLst>
              <a:ext uri="{FF2B5EF4-FFF2-40B4-BE49-F238E27FC236}">
                <a16:creationId xmlns:a16="http://schemas.microsoft.com/office/drawing/2014/main" id="{3D6C1DFF-A6FC-5CF9-3CF7-8B9D6A9C0952}"/>
              </a:ext>
            </a:extLst>
          </p:cNvPr>
          <p:cNvSpPr txBox="1"/>
          <p:nvPr/>
        </p:nvSpPr>
        <p:spPr>
          <a:xfrm>
            <a:off x="6393485" y="2018667"/>
            <a:ext cx="1923897" cy="3693319"/>
          </a:xfrm>
          <a:prstGeom prst="rect">
            <a:avLst/>
          </a:prstGeom>
          <a:noFill/>
        </p:spPr>
        <p:txBody>
          <a:bodyPr wrap="square">
            <a:spAutoFit/>
          </a:bodyPr>
          <a:lstStyle/>
          <a:p>
            <a:r>
              <a:rPr lang="en-US" sz="900" dirty="0"/>
              <a:t> </a:t>
            </a:r>
            <a:r>
              <a:rPr lang="en-US" sz="900" dirty="0" err="1"/>
              <a:t>self.students.append</a:t>
            </a:r>
            <a:r>
              <a:rPr lang="en-US" sz="900" dirty="0"/>
              <a:t>(s)</a:t>
            </a:r>
          </a:p>
          <a:p>
            <a:r>
              <a:rPr lang="en-US" sz="900" dirty="0"/>
              <a:t>             </a:t>
            </a:r>
            <a:r>
              <a:rPr lang="en-US" sz="900" dirty="0" err="1"/>
              <a:t>i</a:t>
            </a:r>
            <a:r>
              <a:rPr lang="en-US" sz="900" dirty="0"/>
              <a:t> = </a:t>
            </a:r>
            <a:r>
              <a:rPr lang="en-US" sz="900" dirty="0" err="1"/>
              <a:t>i</a:t>
            </a:r>
            <a:r>
              <a:rPr lang="en-US" sz="900" dirty="0"/>
              <a:t> + 1</a:t>
            </a:r>
          </a:p>
          <a:p>
            <a:r>
              <a:rPr lang="en-IN" sz="900" dirty="0"/>
              <a:t> def display(self):</a:t>
            </a:r>
          </a:p>
          <a:p>
            <a:r>
              <a:rPr lang="en-IN" sz="900" dirty="0"/>
              <a:t>             print("\n----------- RESULT -----------")</a:t>
            </a:r>
          </a:p>
          <a:p>
            <a:r>
              <a:rPr lang="en-IN" sz="900" dirty="0"/>
              <a:t>             print("Roll\</a:t>
            </a:r>
            <a:r>
              <a:rPr lang="en-IN" sz="900" dirty="0" err="1"/>
              <a:t>tName</a:t>
            </a:r>
            <a:r>
              <a:rPr lang="en-IN" sz="900" dirty="0"/>
              <a:t>\</a:t>
            </a:r>
            <a:r>
              <a:rPr lang="en-IN" sz="900" dirty="0" err="1"/>
              <a:t>tTotal</a:t>
            </a:r>
            <a:r>
              <a:rPr lang="en-IN" sz="900" dirty="0"/>
              <a:t>\</a:t>
            </a:r>
            <a:r>
              <a:rPr lang="en-IN" sz="900" dirty="0" err="1"/>
              <a:t>tAverage</a:t>
            </a:r>
            <a:r>
              <a:rPr lang="en-IN" sz="900" dirty="0"/>
              <a:t>")</a:t>
            </a:r>
          </a:p>
          <a:p>
            <a:r>
              <a:rPr lang="en-IN" sz="900" dirty="0"/>
              <a:t>        </a:t>
            </a:r>
            <a:r>
              <a:rPr lang="en-IN" sz="900" dirty="0" err="1"/>
              <a:t>i</a:t>
            </a:r>
            <a:r>
              <a:rPr lang="en-IN" sz="900" dirty="0"/>
              <a:t> = 0</a:t>
            </a:r>
          </a:p>
          <a:p>
            <a:r>
              <a:rPr lang="en-IN" sz="900" dirty="0"/>
              <a:t>        while </a:t>
            </a:r>
            <a:r>
              <a:rPr lang="en-IN" sz="900" dirty="0" err="1"/>
              <a:t>i</a:t>
            </a:r>
            <a:r>
              <a:rPr lang="en-IN" sz="900" dirty="0"/>
              <a:t> &lt; </a:t>
            </a:r>
            <a:r>
              <a:rPr lang="en-IN" sz="900" dirty="0" err="1"/>
              <a:t>len</a:t>
            </a:r>
            <a:r>
              <a:rPr lang="en-IN" sz="900" dirty="0"/>
              <a:t>(</a:t>
            </a:r>
            <a:r>
              <a:rPr lang="en-IN" sz="900" dirty="0" err="1"/>
              <a:t>self.students</a:t>
            </a:r>
            <a:r>
              <a:rPr lang="en-IN" sz="900" dirty="0"/>
              <a:t>):</a:t>
            </a:r>
          </a:p>
          <a:p>
            <a:r>
              <a:rPr lang="en-IN" sz="900" dirty="0"/>
              <a:t>             s = </a:t>
            </a:r>
            <a:r>
              <a:rPr lang="en-IN" sz="900" dirty="0" err="1"/>
              <a:t>self.students</a:t>
            </a:r>
            <a:r>
              <a:rPr lang="en-IN" sz="900" dirty="0"/>
              <a:t>[</a:t>
            </a:r>
            <a:r>
              <a:rPr lang="en-IN" sz="900" dirty="0" err="1"/>
              <a:t>i</a:t>
            </a:r>
            <a:r>
              <a:rPr lang="en-IN" sz="900" dirty="0"/>
              <a:t>]</a:t>
            </a:r>
          </a:p>
          <a:p>
            <a:r>
              <a:rPr lang="en-IN" sz="900" dirty="0"/>
              <a:t>             print(</a:t>
            </a:r>
            <a:r>
              <a:rPr lang="en-IN" sz="900" dirty="0" err="1"/>
              <a:t>s.rollno</a:t>
            </a:r>
            <a:r>
              <a:rPr lang="en-IN" sz="900" dirty="0"/>
              <a:t>, "\t", s.name, "\t", </a:t>
            </a:r>
            <a:r>
              <a:rPr lang="en-IN" sz="900" dirty="0" err="1"/>
              <a:t>s.total</a:t>
            </a:r>
            <a:r>
              <a:rPr lang="en-IN" sz="900" dirty="0"/>
              <a:t>, "\t", </a:t>
            </a:r>
            <a:r>
              <a:rPr lang="en-IN" sz="900" dirty="0" err="1"/>
              <a:t>s.average</a:t>
            </a:r>
            <a:r>
              <a:rPr lang="en-IN" sz="900" dirty="0"/>
              <a:t>)</a:t>
            </a:r>
          </a:p>
          <a:p>
            <a:r>
              <a:rPr lang="en-IN" sz="900" dirty="0"/>
              <a:t>             </a:t>
            </a:r>
            <a:r>
              <a:rPr lang="en-IN" sz="900" dirty="0" err="1"/>
              <a:t>i</a:t>
            </a:r>
            <a:r>
              <a:rPr lang="en-IN" sz="900" dirty="0"/>
              <a:t> = </a:t>
            </a:r>
            <a:r>
              <a:rPr lang="en-IN" sz="900" dirty="0" err="1"/>
              <a:t>i</a:t>
            </a:r>
            <a:r>
              <a:rPr lang="en-IN" sz="900" dirty="0"/>
              <a:t> + 1</a:t>
            </a:r>
          </a:p>
          <a:p>
            <a:r>
              <a:rPr lang="en-IN" sz="900" dirty="0"/>
              <a:t>     def </a:t>
            </a:r>
            <a:r>
              <a:rPr lang="en-IN" sz="900" dirty="0" err="1"/>
              <a:t>class_average</a:t>
            </a:r>
            <a:r>
              <a:rPr lang="en-IN" sz="900" dirty="0"/>
              <a:t>(self):</a:t>
            </a:r>
          </a:p>
          <a:p>
            <a:r>
              <a:rPr lang="en-IN" sz="900" dirty="0"/>
              <a:t>        </a:t>
            </a:r>
            <a:r>
              <a:rPr lang="en-IN" sz="900" dirty="0" err="1"/>
              <a:t>total_avg</a:t>
            </a:r>
            <a:r>
              <a:rPr lang="en-IN" sz="900" dirty="0"/>
              <a:t> = 0</a:t>
            </a:r>
          </a:p>
          <a:p>
            <a:r>
              <a:rPr lang="en-IN" sz="900" dirty="0"/>
              <a:t>        </a:t>
            </a:r>
            <a:r>
              <a:rPr lang="en-IN" sz="900" dirty="0" err="1"/>
              <a:t>i</a:t>
            </a:r>
            <a:r>
              <a:rPr lang="en-IN" sz="900" dirty="0"/>
              <a:t> = 0</a:t>
            </a:r>
          </a:p>
          <a:p>
            <a:r>
              <a:rPr lang="en-IN" sz="900" dirty="0"/>
              <a:t>        while </a:t>
            </a:r>
            <a:r>
              <a:rPr lang="en-IN" sz="900" dirty="0" err="1"/>
              <a:t>i</a:t>
            </a:r>
            <a:r>
              <a:rPr lang="en-IN" sz="900" dirty="0"/>
              <a:t> &lt; </a:t>
            </a:r>
            <a:r>
              <a:rPr lang="en-IN" sz="900" dirty="0" err="1"/>
              <a:t>len</a:t>
            </a:r>
            <a:r>
              <a:rPr lang="en-IN" sz="900" dirty="0"/>
              <a:t>(</a:t>
            </a:r>
            <a:r>
              <a:rPr lang="en-IN" sz="900" dirty="0" err="1"/>
              <a:t>self.students</a:t>
            </a:r>
            <a:r>
              <a:rPr lang="en-IN" sz="900" dirty="0"/>
              <a:t>):</a:t>
            </a:r>
          </a:p>
          <a:p>
            <a:r>
              <a:rPr lang="en-IN" sz="900" dirty="0"/>
              <a:t>            </a:t>
            </a:r>
            <a:r>
              <a:rPr lang="en-IN" sz="900" dirty="0" err="1"/>
              <a:t>total_avg</a:t>
            </a:r>
            <a:r>
              <a:rPr lang="en-IN" sz="900" dirty="0"/>
              <a:t> = </a:t>
            </a:r>
            <a:r>
              <a:rPr lang="en-IN" sz="900" dirty="0" err="1"/>
              <a:t>total_avg</a:t>
            </a:r>
            <a:r>
              <a:rPr lang="en-IN" sz="900" dirty="0"/>
              <a:t> + </a:t>
            </a:r>
            <a:r>
              <a:rPr lang="en-IN" sz="900" dirty="0" err="1"/>
              <a:t>self.students</a:t>
            </a:r>
            <a:r>
              <a:rPr lang="en-IN" sz="900" dirty="0"/>
              <a:t>[</a:t>
            </a:r>
            <a:r>
              <a:rPr lang="en-IN" sz="900" dirty="0" err="1"/>
              <a:t>i</a:t>
            </a:r>
            <a:r>
              <a:rPr lang="en-IN" sz="900" dirty="0"/>
              <a:t>].average</a:t>
            </a:r>
          </a:p>
          <a:p>
            <a:r>
              <a:rPr lang="en-IN" sz="900" dirty="0"/>
              <a:t>            </a:t>
            </a:r>
            <a:r>
              <a:rPr lang="en-IN" sz="900" dirty="0" err="1"/>
              <a:t>i</a:t>
            </a:r>
            <a:r>
              <a:rPr lang="en-IN" sz="900" dirty="0"/>
              <a:t> = </a:t>
            </a:r>
            <a:r>
              <a:rPr lang="en-IN" sz="900" dirty="0" err="1"/>
              <a:t>i</a:t>
            </a:r>
            <a:r>
              <a:rPr lang="en-IN" sz="900" dirty="0"/>
              <a:t> + 1</a:t>
            </a:r>
          </a:p>
          <a:p>
            <a:r>
              <a:rPr lang="en-IN" sz="900" dirty="0"/>
              <a:t>        </a:t>
            </a:r>
            <a:r>
              <a:rPr lang="en-IN" sz="900" dirty="0" err="1"/>
              <a:t>avg</a:t>
            </a:r>
            <a:r>
              <a:rPr lang="en-IN" sz="900" dirty="0"/>
              <a:t> = </a:t>
            </a:r>
            <a:r>
              <a:rPr lang="en-IN" sz="900" dirty="0" err="1"/>
              <a:t>total_avg</a:t>
            </a:r>
            <a:r>
              <a:rPr lang="en-IN" sz="900" dirty="0"/>
              <a:t> / </a:t>
            </a:r>
            <a:r>
              <a:rPr lang="en-IN" sz="900" dirty="0" err="1"/>
              <a:t>len</a:t>
            </a:r>
            <a:r>
              <a:rPr lang="en-IN" sz="900" dirty="0"/>
              <a:t>(</a:t>
            </a:r>
            <a:r>
              <a:rPr lang="en-IN" sz="900" dirty="0" err="1"/>
              <a:t>self.students</a:t>
            </a:r>
            <a:r>
              <a:rPr lang="en-IN" sz="900" dirty="0"/>
              <a:t>)</a:t>
            </a:r>
          </a:p>
          <a:p>
            <a:r>
              <a:rPr lang="en-IN" sz="900" dirty="0"/>
              <a:t>        print("\</a:t>
            </a:r>
            <a:r>
              <a:rPr lang="en-IN" sz="900" dirty="0" err="1"/>
              <a:t>nClass</a:t>
            </a:r>
            <a:r>
              <a:rPr lang="en-IN" sz="900" dirty="0"/>
              <a:t> Average =", </a:t>
            </a:r>
            <a:r>
              <a:rPr lang="en-IN" sz="900" dirty="0" err="1"/>
              <a:t>avg</a:t>
            </a:r>
            <a:r>
              <a:rPr lang="en-IN" sz="900" dirty="0"/>
              <a:t>)</a:t>
            </a:r>
          </a:p>
          <a:p>
            <a:r>
              <a:rPr lang="en-IN" sz="900" dirty="0"/>
              <a:t>     def </a:t>
            </a:r>
            <a:r>
              <a:rPr lang="en-IN" sz="900" dirty="0" err="1"/>
              <a:t>top_scorer</a:t>
            </a:r>
            <a:r>
              <a:rPr lang="en-IN" sz="900" dirty="0"/>
              <a:t>(self):</a:t>
            </a:r>
          </a:p>
          <a:p>
            <a:r>
              <a:rPr lang="en-IN" sz="900" dirty="0"/>
              <a:t>         top = </a:t>
            </a:r>
            <a:r>
              <a:rPr lang="en-IN" sz="900" dirty="0" err="1"/>
              <a:t>self.students</a:t>
            </a:r>
            <a:r>
              <a:rPr lang="en-IN" sz="900" dirty="0"/>
              <a:t>[0]</a:t>
            </a:r>
          </a:p>
          <a:p>
            <a:r>
              <a:rPr lang="en-IN" sz="900" dirty="0"/>
              <a:t>         </a:t>
            </a:r>
            <a:r>
              <a:rPr lang="en-IN" sz="900" dirty="0" err="1"/>
              <a:t>i</a:t>
            </a:r>
            <a:r>
              <a:rPr lang="en-IN" sz="900" dirty="0"/>
              <a:t> = 1</a:t>
            </a:r>
          </a:p>
        </p:txBody>
      </p:sp>
      <p:sp>
        <p:nvSpPr>
          <p:cNvPr id="7" name="TextBox 6">
            <a:extLst>
              <a:ext uri="{FF2B5EF4-FFF2-40B4-BE49-F238E27FC236}">
                <a16:creationId xmlns:a16="http://schemas.microsoft.com/office/drawing/2014/main" id="{3A60111B-00C2-A7D0-C802-0D7E03F67A32}"/>
              </a:ext>
            </a:extLst>
          </p:cNvPr>
          <p:cNvSpPr txBox="1"/>
          <p:nvPr/>
        </p:nvSpPr>
        <p:spPr>
          <a:xfrm>
            <a:off x="9092794" y="2071054"/>
            <a:ext cx="2443275" cy="2169825"/>
          </a:xfrm>
          <a:prstGeom prst="rect">
            <a:avLst/>
          </a:prstGeom>
          <a:noFill/>
        </p:spPr>
        <p:txBody>
          <a:bodyPr wrap="square">
            <a:spAutoFit/>
          </a:bodyPr>
          <a:lstStyle/>
          <a:p>
            <a:r>
              <a:rPr lang="en-IN" sz="900" dirty="0"/>
              <a:t>while </a:t>
            </a:r>
            <a:r>
              <a:rPr lang="en-IN" sz="900" dirty="0" err="1"/>
              <a:t>i</a:t>
            </a:r>
            <a:r>
              <a:rPr lang="en-IN" sz="900" dirty="0"/>
              <a:t> &lt; </a:t>
            </a:r>
            <a:r>
              <a:rPr lang="en-IN" sz="900" dirty="0" err="1"/>
              <a:t>len</a:t>
            </a:r>
            <a:r>
              <a:rPr lang="en-IN" sz="900" dirty="0"/>
              <a:t>(</a:t>
            </a:r>
            <a:r>
              <a:rPr lang="en-IN" sz="900" dirty="0" err="1"/>
              <a:t>self.students</a:t>
            </a:r>
            <a:r>
              <a:rPr lang="en-IN" sz="900" dirty="0"/>
              <a:t>):</a:t>
            </a:r>
          </a:p>
          <a:p>
            <a:r>
              <a:rPr lang="en-IN" sz="900" dirty="0"/>
              <a:t>            if </a:t>
            </a:r>
            <a:r>
              <a:rPr lang="en-IN" sz="900" dirty="0" err="1"/>
              <a:t>self.students</a:t>
            </a:r>
            <a:r>
              <a:rPr lang="en-IN" sz="900" dirty="0"/>
              <a:t>[</a:t>
            </a:r>
            <a:r>
              <a:rPr lang="en-IN" sz="900" dirty="0" err="1"/>
              <a:t>i</a:t>
            </a:r>
            <a:r>
              <a:rPr lang="en-IN" sz="900" dirty="0"/>
              <a:t>].total &lt; </a:t>
            </a:r>
            <a:r>
              <a:rPr lang="en-IN" sz="900" dirty="0" err="1"/>
              <a:t>low.total</a:t>
            </a:r>
            <a:r>
              <a:rPr lang="en-IN" sz="900" dirty="0"/>
              <a:t>:</a:t>
            </a:r>
          </a:p>
          <a:p>
            <a:r>
              <a:rPr lang="en-IN" sz="900" dirty="0"/>
              <a:t>                low = </a:t>
            </a:r>
            <a:r>
              <a:rPr lang="en-IN" sz="900" dirty="0" err="1"/>
              <a:t>self.students</a:t>
            </a:r>
            <a:r>
              <a:rPr lang="en-IN" sz="900" dirty="0"/>
              <a:t>[</a:t>
            </a:r>
            <a:r>
              <a:rPr lang="en-IN" sz="900" dirty="0" err="1"/>
              <a:t>i</a:t>
            </a:r>
            <a:r>
              <a:rPr lang="en-IN" sz="900" dirty="0"/>
              <a:t>]</a:t>
            </a:r>
          </a:p>
          <a:p>
            <a:r>
              <a:rPr lang="en-IN" sz="900" dirty="0"/>
              <a:t>                </a:t>
            </a:r>
            <a:r>
              <a:rPr lang="en-IN" sz="900" dirty="0" err="1"/>
              <a:t>i</a:t>
            </a:r>
            <a:r>
              <a:rPr lang="en-IN" sz="900" dirty="0"/>
              <a:t> = </a:t>
            </a:r>
            <a:r>
              <a:rPr lang="en-IN" sz="900" dirty="0" err="1"/>
              <a:t>i</a:t>
            </a:r>
            <a:r>
              <a:rPr lang="en-IN" sz="900" dirty="0"/>
              <a:t> + 1</a:t>
            </a:r>
          </a:p>
          <a:p>
            <a:r>
              <a:rPr lang="en-IN" sz="900" dirty="0"/>
              <a:t>        print("\</a:t>
            </a:r>
            <a:r>
              <a:rPr lang="en-IN" sz="900" dirty="0" err="1"/>
              <a:t>nLowest</a:t>
            </a:r>
            <a:r>
              <a:rPr lang="en-IN" sz="900" dirty="0"/>
              <a:t> Scorer")</a:t>
            </a:r>
          </a:p>
          <a:p>
            <a:r>
              <a:rPr lang="en-IN" sz="900" dirty="0"/>
              <a:t>        print("Name :", low.name)</a:t>
            </a:r>
          </a:p>
          <a:p>
            <a:r>
              <a:rPr lang="en-IN" sz="900" dirty="0"/>
              <a:t>        print("Roll :", </a:t>
            </a:r>
            <a:r>
              <a:rPr lang="en-IN" sz="900" dirty="0" err="1"/>
              <a:t>low.rollno</a:t>
            </a:r>
            <a:r>
              <a:rPr lang="en-IN" sz="900" dirty="0"/>
              <a:t>)</a:t>
            </a:r>
          </a:p>
          <a:p>
            <a:r>
              <a:rPr lang="en-IN" sz="900" dirty="0"/>
              <a:t>        print("Total:", </a:t>
            </a:r>
            <a:r>
              <a:rPr lang="en-IN" sz="900" dirty="0" err="1"/>
              <a:t>low.total</a:t>
            </a:r>
            <a:r>
              <a:rPr lang="en-IN" sz="900" dirty="0"/>
              <a:t>)</a:t>
            </a:r>
          </a:p>
          <a:p>
            <a:r>
              <a:rPr lang="en-IN" sz="900" dirty="0"/>
              <a:t>        print("Average:", </a:t>
            </a:r>
            <a:r>
              <a:rPr lang="en-IN" sz="900" dirty="0" err="1"/>
              <a:t>low.average</a:t>
            </a:r>
            <a:r>
              <a:rPr lang="en-IN" sz="900" dirty="0"/>
              <a:t>)</a:t>
            </a:r>
          </a:p>
          <a:p>
            <a:r>
              <a:rPr lang="en-IN" sz="900" dirty="0" err="1"/>
              <a:t>obj</a:t>
            </a:r>
            <a:r>
              <a:rPr lang="en-IN" sz="900" dirty="0"/>
              <a:t> = </a:t>
            </a:r>
            <a:r>
              <a:rPr lang="en-IN" sz="900" dirty="0" err="1"/>
              <a:t>ExamResult</a:t>
            </a:r>
            <a:r>
              <a:rPr lang="en-IN" sz="900" dirty="0"/>
              <a:t>()</a:t>
            </a:r>
          </a:p>
          <a:p>
            <a:r>
              <a:rPr lang="en-IN" sz="900" dirty="0" err="1"/>
              <a:t>obj.add_student</a:t>
            </a:r>
            <a:r>
              <a:rPr lang="en-IN" sz="900" dirty="0"/>
              <a:t>()</a:t>
            </a:r>
          </a:p>
          <a:p>
            <a:r>
              <a:rPr lang="en-IN" sz="900" dirty="0" err="1"/>
              <a:t>obj.display</a:t>
            </a:r>
            <a:r>
              <a:rPr lang="en-IN" sz="900" dirty="0"/>
              <a:t>()</a:t>
            </a:r>
          </a:p>
          <a:p>
            <a:r>
              <a:rPr lang="en-IN" sz="900" dirty="0" err="1"/>
              <a:t>obj.class_average</a:t>
            </a:r>
            <a:r>
              <a:rPr lang="en-IN" sz="900" dirty="0"/>
              <a:t>()</a:t>
            </a:r>
          </a:p>
          <a:p>
            <a:r>
              <a:rPr lang="en-IN" sz="900" dirty="0" err="1"/>
              <a:t>obj.top_scorer</a:t>
            </a:r>
            <a:r>
              <a:rPr lang="en-IN" sz="900" dirty="0"/>
              <a:t>()</a:t>
            </a:r>
          </a:p>
          <a:p>
            <a:r>
              <a:rPr lang="en-IN" sz="900" dirty="0" err="1"/>
              <a:t>obj.low_scorer</a:t>
            </a:r>
            <a:r>
              <a:rPr lang="en-IN" sz="900" dirty="0"/>
              <a:t>()</a:t>
            </a:r>
          </a:p>
        </p:txBody>
      </p:sp>
    </p:spTree>
    <p:extLst>
      <p:ext uri="{BB962C8B-B14F-4D97-AF65-F5344CB8AC3E}">
        <p14:creationId xmlns:p14="http://schemas.microsoft.com/office/powerpoint/2010/main" val="2226565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95715-A690-6183-7806-744D47354487}"/>
              </a:ext>
            </a:extLst>
          </p:cNvPr>
          <p:cNvSpPr>
            <a:spLocks noGrp="1"/>
          </p:cNvSpPr>
          <p:nvPr>
            <p:ph type="title"/>
          </p:nvPr>
        </p:nvSpPr>
        <p:spPr/>
        <p:txBody>
          <a:bodyPr>
            <a:normAutofit/>
          </a:bodyPr>
          <a:lstStyle/>
          <a:p>
            <a:r>
              <a:rPr lang="en-IN" sz="3000" dirty="0"/>
              <a:t>Sample</a:t>
            </a:r>
            <a:br>
              <a:rPr lang="en-IN" dirty="0"/>
            </a:br>
            <a:r>
              <a:rPr lang="en-IN" dirty="0"/>
              <a:t>input, output</a:t>
            </a:r>
            <a:endParaRPr lang="en-US" sz="900" b="1" dirty="0"/>
          </a:p>
        </p:txBody>
      </p:sp>
      <p:sp>
        <p:nvSpPr>
          <p:cNvPr id="3" name="Content Placeholder 2">
            <a:extLst>
              <a:ext uri="{FF2B5EF4-FFF2-40B4-BE49-F238E27FC236}">
                <a16:creationId xmlns:a16="http://schemas.microsoft.com/office/drawing/2014/main" id="{84F269C4-8EAE-3506-18F3-B49CB01F30C5}"/>
              </a:ext>
            </a:extLst>
          </p:cNvPr>
          <p:cNvSpPr>
            <a:spLocks noGrp="1"/>
          </p:cNvSpPr>
          <p:nvPr>
            <p:ph sz="half" idx="1"/>
          </p:nvPr>
        </p:nvSpPr>
        <p:spPr>
          <a:xfrm>
            <a:off x="1449217" y="1721776"/>
            <a:ext cx="2097827" cy="4054939"/>
          </a:xfrm>
        </p:spPr>
        <p:txBody>
          <a:bodyPr>
            <a:noAutofit/>
          </a:bodyPr>
          <a:lstStyle/>
          <a:p>
            <a:pPr marL="0" indent="0">
              <a:buNone/>
            </a:pPr>
            <a:endParaRPr lang="en-IN" sz="1000" b="1" dirty="0"/>
          </a:p>
          <a:p>
            <a:pPr marL="0" indent="0">
              <a:buNone/>
            </a:pPr>
            <a:r>
              <a:rPr lang="en-US" sz="900" b="1" dirty="0"/>
              <a:t>Enter Number of Students: 3</a:t>
            </a:r>
            <a:endParaRPr lang="en-IN" sz="900" b="1" dirty="0"/>
          </a:p>
          <a:p>
            <a:pPr marL="0" indent="0">
              <a:buNone/>
            </a:pPr>
            <a:r>
              <a:rPr lang="en-US" sz="900" b="1" dirty="0"/>
              <a:t>Enter Student 1 Details </a:t>
            </a:r>
            <a:endParaRPr lang="en-IN" sz="900" b="1" dirty="0"/>
          </a:p>
          <a:p>
            <a:pPr marL="0" indent="0">
              <a:buNone/>
            </a:pPr>
            <a:r>
              <a:rPr lang="en-US" sz="900" b="1" dirty="0"/>
              <a:t>Roll No: 101</a:t>
            </a:r>
            <a:endParaRPr lang="en-IN" sz="900" b="1" dirty="0"/>
          </a:p>
          <a:p>
            <a:pPr marL="0" indent="0">
              <a:buNone/>
            </a:pPr>
            <a:r>
              <a:rPr lang="en-US" sz="900" b="1" dirty="0"/>
              <a:t>Name: </a:t>
            </a:r>
            <a:r>
              <a:rPr lang="en-US" sz="900" b="1" dirty="0" err="1"/>
              <a:t>Arun</a:t>
            </a:r>
            <a:endParaRPr lang="en-IN" sz="900" b="1" dirty="0"/>
          </a:p>
          <a:p>
            <a:pPr marL="0" indent="0">
              <a:buNone/>
            </a:pPr>
            <a:r>
              <a:rPr lang="en-US" sz="900" b="1" dirty="0"/>
              <a:t>Mark 1: 90</a:t>
            </a:r>
            <a:endParaRPr lang="en-IN" sz="900" b="1" dirty="0"/>
          </a:p>
          <a:p>
            <a:pPr marL="0" indent="0">
              <a:buNone/>
            </a:pPr>
            <a:r>
              <a:rPr lang="en-US" sz="900" b="1" dirty="0"/>
              <a:t>Mark 2: 85</a:t>
            </a:r>
            <a:endParaRPr lang="en-IN" sz="900" b="1" dirty="0"/>
          </a:p>
          <a:p>
            <a:pPr marL="0" indent="0">
              <a:buNone/>
            </a:pPr>
            <a:r>
              <a:rPr lang="en-US" sz="900" b="1" dirty="0"/>
              <a:t>Mark 3: 80</a:t>
            </a:r>
            <a:endParaRPr lang="en-IN" sz="900" b="1" dirty="0"/>
          </a:p>
          <a:p>
            <a:pPr marL="0" indent="0">
              <a:buNone/>
            </a:pPr>
            <a:r>
              <a:rPr lang="en-US" sz="900" b="1" dirty="0"/>
              <a:t>Enter Student 2 Details</a:t>
            </a:r>
            <a:endParaRPr lang="en-IN" sz="900" b="1" dirty="0"/>
          </a:p>
          <a:p>
            <a:pPr marL="0" indent="0">
              <a:buNone/>
            </a:pPr>
            <a:r>
              <a:rPr lang="en-US" sz="900" b="1" dirty="0"/>
              <a:t>Roll No: 102</a:t>
            </a:r>
            <a:endParaRPr lang="en-IN" sz="900" b="1" dirty="0"/>
          </a:p>
          <a:p>
            <a:pPr marL="0" indent="0">
              <a:buNone/>
            </a:pPr>
            <a:r>
              <a:rPr lang="en-US" sz="900" b="1" dirty="0"/>
              <a:t>Name: </a:t>
            </a:r>
            <a:r>
              <a:rPr lang="en-US" sz="900" b="1" dirty="0" err="1"/>
              <a:t>Bala</a:t>
            </a:r>
            <a:endParaRPr lang="en-IN" sz="900" b="1" dirty="0"/>
          </a:p>
          <a:p>
            <a:pPr marL="0" indent="0">
              <a:buNone/>
            </a:pPr>
            <a:r>
              <a:rPr lang="en-US" sz="900" b="1" dirty="0"/>
              <a:t>Mark 1: 70</a:t>
            </a:r>
            <a:endParaRPr lang="en-IN" sz="900" b="1" dirty="0"/>
          </a:p>
          <a:p>
            <a:pPr marL="0" indent="0">
              <a:buNone/>
            </a:pPr>
            <a:r>
              <a:rPr lang="en-US" sz="900" b="1" dirty="0"/>
              <a:t>Mark 2: 75</a:t>
            </a:r>
            <a:endParaRPr lang="en-IN" sz="900" b="1" dirty="0"/>
          </a:p>
          <a:p>
            <a:pPr marL="0" indent="0">
              <a:buNone/>
            </a:pPr>
            <a:r>
              <a:rPr lang="en-US" sz="900" b="1" dirty="0"/>
              <a:t>Mark 3: </a:t>
            </a:r>
            <a:r>
              <a:rPr lang="en-IN" sz="900" b="1" dirty="0"/>
              <a:t>80</a:t>
            </a:r>
          </a:p>
          <a:p>
            <a:pPr marL="0" indent="0">
              <a:buNone/>
            </a:pPr>
            <a:endParaRPr lang="en-US" sz="1000" b="1" dirty="0"/>
          </a:p>
        </p:txBody>
      </p:sp>
      <p:sp>
        <p:nvSpPr>
          <p:cNvPr id="5" name="Content Placeholder 4">
            <a:extLst>
              <a:ext uri="{FF2B5EF4-FFF2-40B4-BE49-F238E27FC236}">
                <a16:creationId xmlns:a16="http://schemas.microsoft.com/office/drawing/2014/main" id="{72CD98EF-B791-9765-CF24-874046677BEE}"/>
              </a:ext>
            </a:extLst>
          </p:cNvPr>
          <p:cNvSpPr>
            <a:spLocks noGrp="1"/>
          </p:cNvSpPr>
          <p:nvPr>
            <p:ph sz="half" idx="2"/>
          </p:nvPr>
        </p:nvSpPr>
        <p:spPr>
          <a:xfrm>
            <a:off x="6096000" y="2179953"/>
            <a:ext cx="3483864" cy="3756867"/>
          </a:xfrm>
        </p:spPr>
        <p:txBody>
          <a:bodyPr>
            <a:normAutofit fontScale="55000" lnSpcReduction="20000"/>
          </a:bodyPr>
          <a:lstStyle/>
          <a:p>
            <a:pPr marL="0" indent="0">
              <a:buNone/>
            </a:pPr>
            <a:r>
              <a:rPr lang="en-IN" dirty="0"/>
              <a:t>__</a:t>
            </a:r>
            <a:r>
              <a:rPr lang="en-IN" sz="2500" b="1" dirty="0"/>
              <a:t>___</a:t>
            </a:r>
            <a:r>
              <a:rPr lang="en-US" sz="2500" b="1" dirty="0"/>
              <a:t>RESULT</a:t>
            </a:r>
            <a:r>
              <a:rPr lang="en-IN" sz="2500" b="1" dirty="0"/>
              <a:t>___</a:t>
            </a:r>
            <a:r>
              <a:rPr lang="en-IN" dirty="0"/>
              <a:t>__</a:t>
            </a:r>
          </a:p>
          <a:p>
            <a:pPr marL="0" indent="0">
              <a:buNone/>
            </a:pPr>
            <a:r>
              <a:rPr lang="en-US" b="1" dirty="0"/>
              <a:t>NameTotalAverage25585.022575.0</a:t>
            </a:r>
            <a:endParaRPr lang="en-IN" b="1" dirty="0"/>
          </a:p>
          <a:p>
            <a:pPr marL="0" indent="0">
              <a:buNone/>
            </a:pPr>
            <a:r>
              <a:rPr lang="en-US" b="1" dirty="0"/>
              <a:t>Roll</a:t>
            </a:r>
            <a:r>
              <a:rPr lang="en-IN" b="1" dirty="0"/>
              <a:t>  name  total  average </a:t>
            </a:r>
          </a:p>
          <a:p>
            <a:pPr marL="0" indent="0">
              <a:buNone/>
            </a:pPr>
            <a:r>
              <a:rPr lang="en-US" b="1" dirty="0"/>
              <a:t>101</a:t>
            </a:r>
            <a:r>
              <a:rPr lang="en-IN" b="1" dirty="0"/>
              <a:t>  </a:t>
            </a:r>
            <a:r>
              <a:rPr lang="en-IN" b="1" dirty="0" err="1"/>
              <a:t>Arun</a:t>
            </a:r>
            <a:r>
              <a:rPr lang="en-IN" b="1" dirty="0"/>
              <a:t>   255   85.0</a:t>
            </a:r>
          </a:p>
          <a:p>
            <a:pPr marL="0" indent="0">
              <a:buNone/>
            </a:pPr>
            <a:r>
              <a:rPr lang="en-US" b="1" dirty="0"/>
              <a:t>102</a:t>
            </a:r>
            <a:r>
              <a:rPr lang="en-IN" b="1" dirty="0"/>
              <a:t>. </a:t>
            </a:r>
            <a:r>
              <a:rPr lang="en-IN" b="1" dirty="0" err="1"/>
              <a:t>Bala</a:t>
            </a:r>
            <a:r>
              <a:rPr lang="en-IN" b="1" dirty="0"/>
              <a:t>.     225   75.0</a:t>
            </a:r>
          </a:p>
          <a:p>
            <a:pPr marL="0" indent="0">
              <a:buNone/>
            </a:pPr>
            <a:r>
              <a:rPr lang="en-IN" b="1" dirty="0"/>
              <a:t>103 </a:t>
            </a:r>
            <a:r>
              <a:rPr lang="en-US" b="1" dirty="0" err="1"/>
              <a:t>Chitra</a:t>
            </a:r>
            <a:r>
              <a:rPr lang="en-IN" b="1" dirty="0"/>
              <a:t>.   289  96.33</a:t>
            </a:r>
            <a:r>
              <a:rPr lang="en-US" b="1" dirty="0"/>
              <a:t> </a:t>
            </a:r>
            <a:endParaRPr lang="en-IN" b="1" dirty="0"/>
          </a:p>
          <a:p>
            <a:pPr marL="0" indent="0">
              <a:buNone/>
            </a:pPr>
            <a:r>
              <a:rPr lang="en-IN" b="1" dirty="0"/>
              <a:t>Class average =</a:t>
            </a:r>
            <a:r>
              <a:rPr lang="en-US" b="1" dirty="0"/>
              <a:t>85.4</a:t>
            </a:r>
            <a:endParaRPr lang="en-IN" b="1" dirty="0"/>
          </a:p>
          <a:p>
            <a:pPr marL="0" indent="0">
              <a:buNone/>
            </a:pPr>
            <a:r>
              <a:rPr lang="en-US" b="1" dirty="0"/>
              <a:t>Top Scorer</a:t>
            </a:r>
            <a:endParaRPr lang="en-IN" b="1" dirty="0"/>
          </a:p>
          <a:p>
            <a:pPr marL="0" indent="0">
              <a:buNone/>
            </a:pPr>
            <a:r>
              <a:rPr lang="en-US" b="1" dirty="0"/>
              <a:t>Name: </a:t>
            </a:r>
            <a:r>
              <a:rPr lang="en-US" b="1" dirty="0" err="1"/>
              <a:t>Chitra</a:t>
            </a:r>
            <a:endParaRPr lang="en-IN" b="1" dirty="0"/>
          </a:p>
          <a:p>
            <a:pPr marL="0" indent="0">
              <a:buNone/>
            </a:pPr>
            <a:r>
              <a:rPr lang="en-US" b="1" dirty="0"/>
              <a:t>Roll: 103</a:t>
            </a:r>
            <a:endParaRPr lang="en-IN" b="1" dirty="0"/>
          </a:p>
          <a:p>
            <a:pPr marL="0" indent="0">
              <a:buNone/>
            </a:pPr>
            <a:r>
              <a:rPr lang="en-US" b="1" dirty="0"/>
              <a:t>Total: 289</a:t>
            </a:r>
            <a:endParaRPr lang="en-IN" b="1" dirty="0"/>
          </a:p>
          <a:p>
            <a:pPr marL="0" indent="0">
              <a:buNone/>
            </a:pPr>
            <a:r>
              <a:rPr lang="en-US" b="1" dirty="0"/>
              <a:t>Average: 96.33</a:t>
            </a:r>
            <a:endParaRPr lang="en-IN" b="1" dirty="0"/>
          </a:p>
          <a:p>
            <a:pPr marL="0" indent="0">
              <a:buNone/>
            </a:pPr>
            <a:endParaRPr lang="en-US" dirty="0"/>
          </a:p>
        </p:txBody>
      </p:sp>
      <p:sp>
        <p:nvSpPr>
          <p:cNvPr id="8" name="TextBox 7">
            <a:extLst>
              <a:ext uri="{FF2B5EF4-FFF2-40B4-BE49-F238E27FC236}">
                <a16:creationId xmlns:a16="http://schemas.microsoft.com/office/drawing/2014/main" id="{C01B354A-AFAF-8DA8-D76A-503C329453CD}"/>
              </a:ext>
            </a:extLst>
          </p:cNvPr>
          <p:cNvSpPr txBox="1"/>
          <p:nvPr/>
        </p:nvSpPr>
        <p:spPr>
          <a:xfrm>
            <a:off x="4534699" y="3136508"/>
            <a:ext cx="1371600" cy="1371600"/>
          </a:xfrm>
          <a:prstGeom prst="rect">
            <a:avLst/>
          </a:prstGeom>
          <a:noFill/>
        </p:spPr>
        <p:txBody>
          <a:bodyPr wrap="square" rtlCol="0">
            <a:spAutoFit/>
          </a:bodyPr>
          <a:lstStyle/>
          <a:p>
            <a:pPr algn="l"/>
            <a:endParaRPr lang="en-US" sz="1350"/>
          </a:p>
        </p:txBody>
      </p:sp>
      <p:sp>
        <p:nvSpPr>
          <p:cNvPr id="4" name="TextBox 3">
            <a:extLst>
              <a:ext uri="{FF2B5EF4-FFF2-40B4-BE49-F238E27FC236}">
                <a16:creationId xmlns:a16="http://schemas.microsoft.com/office/drawing/2014/main" id="{5BC69998-00D8-EFBE-E6FF-F67830887719}"/>
              </a:ext>
            </a:extLst>
          </p:cNvPr>
          <p:cNvSpPr txBox="1"/>
          <p:nvPr/>
        </p:nvSpPr>
        <p:spPr>
          <a:xfrm>
            <a:off x="8133107" y="2358625"/>
            <a:ext cx="1636458" cy="1962076"/>
          </a:xfrm>
          <a:prstGeom prst="rect">
            <a:avLst/>
          </a:prstGeom>
          <a:noFill/>
        </p:spPr>
        <p:txBody>
          <a:bodyPr wrap="square" rtlCol="0">
            <a:spAutoFit/>
          </a:bodyPr>
          <a:lstStyle/>
          <a:p>
            <a:pPr algn="l"/>
            <a:r>
              <a:rPr lang="en-IN" sz="1350" dirty="0"/>
              <a:t>Lowest Scorer
Name: </a:t>
            </a:r>
            <a:r>
              <a:rPr lang="en-IN" sz="1350" dirty="0" err="1"/>
              <a:t>Bala</a:t>
            </a:r>
            <a:r>
              <a:rPr lang="en-IN" sz="1350" dirty="0"/>
              <a:t>
Roll: 102
Total: 225
Average: 75.0</a:t>
            </a:r>
            <a:endParaRPr lang="en-US" sz="1350" dirty="0"/>
          </a:p>
        </p:txBody>
      </p:sp>
      <p:sp>
        <p:nvSpPr>
          <p:cNvPr id="6" name="TextBox 5">
            <a:extLst>
              <a:ext uri="{FF2B5EF4-FFF2-40B4-BE49-F238E27FC236}">
                <a16:creationId xmlns:a16="http://schemas.microsoft.com/office/drawing/2014/main" id="{2A169764-6A94-E868-8F85-3F668B3B7AD0}"/>
              </a:ext>
            </a:extLst>
          </p:cNvPr>
          <p:cNvSpPr txBox="1"/>
          <p:nvPr/>
        </p:nvSpPr>
        <p:spPr>
          <a:xfrm>
            <a:off x="3788010" y="2358625"/>
            <a:ext cx="1847406" cy="1338828"/>
          </a:xfrm>
          <a:prstGeom prst="rect">
            <a:avLst/>
          </a:prstGeom>
          <a:noFill/>
        </p:spPr>
        <p:txBody>
          <a:bodyPr wrap="square" rtlCol="0">
            <a:spAutoFit/>
          </a:bodyPr>
          <a:lstStyle/>
          <a:p>
            <a:pPr algn="l"/>
            <a:r>
              <a:rPr lang="en-US" sz="1350" dirty="0"/>
              <a:t>Enter Student 3 Details</a:t>
            </a:r>
            <a:endParaRPr lang="en-IN" sz="1350" dirty="0"/>
          </a:p>
          <a:p>
            <a:pPr algn="l"/>
            <a:r>
              <a:rPr lang="en-US" sz="1350" dirty="0"/>
              <a:t>Roll No: 103</a:t>
            </a:r>
            <a:endParaRPr lang="en-IN" sz="1350" dirty="0"/>
          </a:p>
          <a:p>
            <a:pPr algn="l"/>
            <a:r>
              <a:rPr lang="en-US" sz="1350" dirty="0"/>
              <a:t>Name: </a:t>
            </a:r>
            <a:r>
              <a:rPr lang="en-US" sz="1350" dirty="0" err="1"/>
              <a:t>Chitra</a:t>
            </a:r>
            <a:endParaRPr lang="en-IN" sz="1350" dirty="0"/>
          </a:p>
          <a:p>
            <a:pPr algn="l"/>
            <a:r>
              <a:rPr lang="en-US" sz="1350" dirty="0"/>
              <a:t>Mark 1: 95</a:t>
            </a:r>
            <a:endParaRPr lang="en-IN" sz="1350" dirty="0"/>
          </a:p>
          <a:p>
            <a:pPr algn="l"/>
            <a:r>
              <a:rPr lang="en-US" sz="1350" dirty="0"/>
              <a:t>Mark 2: 98</a:t>
            </a:r>
            <a:endParaRPr lang="en-IN" sz="1350" dirty="0"/>
          </a:p>
          <a:p>
            <a:pPr algn="l"/>
            <a:r>
              <a:rPr lang="en-US" sz="1350" dirty="0"/>
              <a:t>Mark 3: 96</a:t>
            </a:r>
          </a:p>
        </p:txBody>
      </p:sp>
    </p:spTree>
    <p:extLst>
      <p:ext uri="{BB962C8B-B14F-4D97-AF65-F5344CB8AC3E}">
        <p14:creationId xmlns:p14="http://schemas.microsoft.com/office/powerpoint/2010/main" val="3335908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4739D-DDF4-7EB0-B62B-6836159FE218}"/>
              </a:ext>
            </a:extLst>
          </p:cNvPr>
          <p:cNvSpPr>
            <a:spLocks noGrp="1"/>
          </p:cNvSpPr>
          <p:nvPr>
            <p:ph type="title"/>
          </p:nvPr>
        </p:nvSpPr>
        <p:spPr/>
        <p:txBody>
          <a:bodyPr/>
          <a:lstStyle/>
          <a:p>
            <a:r>
              <a:rPr lang="en-IN" dirty="0"/>
              <a:t>Advantage </a:t>
            </a:r>
            <a:endParaRPr lang="en-US" dirty="0"/>
          </a:p>
        </p:txBody>
      </p:sp>
      <p:sp>
        <p:nvSpPr>
          <p:cNvPr id="3" name="Content Placeholder 2">
            <a:extLst>
              <a:ext uri="{FF2B5EF4-FFF2-40B4-BE49-F238E27FC236}">
                <a16:creationId xmlns:a16="http://schemas.microsoft.com/office/drawing/2014/main" id="{099F4A6E-D738-2C58-43D9-561FE1BFEC8A}"/>
              </a:ext>
            </a:extLst>
          </p:cNvPr>
          <p:cNvSpPr>
            <a:spLocks noGrp="1"/>
          </p:cNvSpPr>
          <p:nvPr>
            <p:ph idx="1"/>
          </p:nvPr>
        </p:nvSpPr>
        <p:spPr/>
        <p:txBody>
          <a:bodyPr/>
          <a:lstStyle/>
          <a:p>
            <a:r>
              <a:rPr lang="en-US" dirty="0"/>
              <a:t>Easy to use </a:t>
            </a:r>
            <a:endParaRPr lang="en-IN" dirty="0"/>
          </a:p>
          <a:p>
            <a:r>
              <a:rPr lang="en-US" dirty="0"/>
              <a:t>Simple Python program</a:t>
            </a:r>
            <a:endParaRPr lang="en-IN" dirty="0"/>
          </a:p>
          <a:p>
            <a:r>
              <a:rPr lang="en-US" dirty="0"/>
              <a:t>Uses OOP concepts</a:t>
            </a:r>
            <a:endParaRPr lang="en-IN" dirty="0"/>
          </a:p>
          <a:p>
            <a:r>
              <a:rPr lang="en-US" dirty="0"/>
              <a:t>Reduces manual calculation</a:t>
            </a:r>
            <a:endParaRPr lang="en-IN" dirty="0"/>
          </a:p>
          <a:p>
            <a:r>
              <a:rPr lang="en-US" dirty="0"/>
              <a:t>Easy to modify</a:t>
            </a:r>
            <a:endParaRPr lang="en-IN" dirty="0"/>
          </a:p>
          <a:p>
            <a:r>
              <a:rPr lang="en-US" dirty="0"/>
              <a:t>Easy to maintain</a:t>
            </a:r>
          </a:p>
        </p:txBody>
      </p:sp>
    </p:spTree>
    <p:extLst>
      <p:ext uri="{BB962C8B-B14F-4D97-AF65-F5344CB8AC3E}">
        <p14:creationId xmlns:p14="http://schemas.microsoft.com/office/powerpoint/2010/main" val="3150826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A60B4-EDCD-D1BD-3452-43598CC134E3}"/>
              </a:ext>
            </a:extLst>
          </p:cNvPr>
          <p:cNvSpPr>
            <a:spLocks noGrp="1"/>
          </p:cNvSpPr>
          <p:nvPr>
            <p:ph type="title"/>
          </p:nvPr>
        </p:nvSpPr>
        <p:spPr/>
        <p:txBody>
          <a:bodyPr/>
          <a:lstStyle/>
          <a:p>
            <a:r>
              <a:rPr lang="en-IN" dirty="0"/>
              <a:t>Applications</a:t>
            </a:r>
            <a:endParaRPr lang="en-US" dirty="0"/>
          </a:p>
        </p:txBody>
      </p:sp>
      <p:sp>
        <p:nvSpPr>
          <p:cNvPr id="3" name="Content Placeholder 2">
            <a:extLst>
              <a:ext uri="{FF2B5EF4-FFF2-40B4-BE49-F238E27FC236}">
                <a16:creationId xmlns:a16="http://schemas.microsoft.com/office/drawing/2014/main" id="{3C380787-9898-C298-F786-D5863479DE7D}"/>
              </a:ext>
            </a:extLst>
          </p:cNvPr>
          <p:cNvSpPr>
            <a:spLocks noGrp="1"/>
          </p:cNvSpPr>
          <p:nvPr>
            <p:ph idx="1"/>
          </p:nvPr>
        </p:nvSpPr>
        <p:spPr>
          <a:xfrm>
            <a:off x="2612685" y="2369050"/>
            <a:ext cx="7202456" cy="2830274"/>
          </a:xfrm>
        </p:spPr>
        <p:txBody>
          <a:bodyPr>
            <a:normAutofit/>
          </a:bodyPr>
          <a:lstStyle/>
          <a:p>
            <a:r>
              <a:rPr lang="en-IN" dirty="0"/>
              <a:t>Schools
Colleges
Coaching </a:t>
            </a:r>
            <a:r>
              <a:rPr lang="en-IN" dirty="0" err="1"/>
              <a:t>Centers</a:t>
            </a:r>
            <a:r>
              <a:rPr lang="en-IN" dirty="0"/>
              <a:t>
Examination Systems
Student Record Management</a:t>
            </a:r>
            <a:endParaRPr lang="en-US" dirty="0"/>
          </a:p>
        </p:txBody>
      </p:sp>
    </p:spTree>
    <p:extLst>
      <p:ext uri="{BB962C8B-B14F-4D97-AF65-F5344CB8AC3E}">
        <p14:creationId xmlns:p14="http://schemas.microsoft.com/office/powerpoint/2010/main" val="1979601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4C6F3-FF48-2AB6-DA07-27A44E645832}"/>
              </a:ext>
            </a:extLst>
          </p:cNvPr>
          <p:cNvSpPr>
            <a:spLocks noGrp="1"/>
          </p:cNvSpPr>
          <p:nvPr>
            <p:ph type="title"/>
          </p:nvPr>
        </p:nvSpPr>
        <p:spPr/>
        <p:txBody>
          <a:bodyPr/>
          <a:lstStyle/>
          <a:p>
            <a:r>
              <a:rPr lang="en-IN" dirty="0"/>
              <a:t>Conclusion</a:t>
            </a:r>
            <a:endParaRPr lang="en-US" dirty="0"/>
          </a:p>
        </p:txBody>
      </p:sp>
      <p:sp>
        <p:nvSpPr>
          <p:cNvPr id="3" name="Content Placeholder 2">
            <a:extLst>
              <a:ext uri="{FF2B5EF4-FFF2-40B4-BE49-F238E27FC236}">
                <a16:creationId xmlns:a16="http://schemas.microsoft.com/office/drawing/2014/main" id="{F1934375-893F-1046-8BB5-82DF832E64DD}"/>
              </a:ext>
            </a:extLst>
          </p:cNvPr>
          <p:cNvSpPr>
            <a:spLocks noGrp="1"/>
          </p:cNvSpPr>
          <p:nvPr>
            <p:ph idx="1"/>
          </p:nvPr>
        </p:nvSpPr>
        <p:spPr>
          <a:xfrm>
            <a:off x="2612685" y="2369049"/>
            <a:ext cx="7202456" cy="3157478"/>
          </a:xfrm>
        </p:spPr>
        <p:txBody>
          <a:bodyPr>
            <a:normAutofit/>
          </a:bodyPr>
          <a:lstStyle/>
          <a:p>
            <a:r>
              <a:rPr lang="en-IN" dirty="0"/>
              <a:t>Successfully stores student details.
Calculates total and average marks.
Finds class average.
Displays top scorer and lowest scorer.
Demonstrates the use of Python OOP concepts effectively.</a:t>
            </a:r>
            <a:endParaRPr lang="en-US" dirty="0"/>
          </a:p>
        </p:txBody>
      </p:sp>
    </p:spTree>
    <p:extLst>
      <p:ext uri="{BB962C8B-B14F-4D97-AF65-F5344CB8AC3E}">
        <p14:creationId xmlns:p14="http://schemas.microsoft.com/office/powerpoint/2010/main" val="1640288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5281D-E390-5413-32E6-6A2C24C15044}"/>
              </a:ext>
            </a:extLst>
          </p:cNvPr>
          <p:cNvSpPr>
            <a:spLocks noGrp="1"/>
          </p:cNvSpPr>
          <p:nvPr>
            <p:ph type="title"/>
          </p:nvPr>
        </p:nvSpPr>
        <p:spPr>
          <a:xfrm>
            <a:off x="2614679" y="2357838"/>
            <a:ext cx="6482366" cy="1415963"/>
          </a:xfrm>
        </p:spPr>
        <p:txBody>
          <a:bodyPr/>
          <a:lstStyle/>
          <a:p>
            <a:r>
              <a:rPr lang="en-IN" dirty="0"/>
              <a:t>Thank You</a:t>
            </a:r>
            <a:endParaRPr lang="en-US" dirty="0"/>
          </a:p>
        </p:txBody>
      </p:sp>
      <p:sp>
        <p:nvSpPr>
          <p:cNvPr id="3" name="Content Placeholder 2">
            <a:extLst>
              <a:ext uri="{FF2B5EF4-FFF2-40B4-BE49-F238E27FC236}">
                <a16:creationId xmlns:a16="http://schemas.microsoft.com/office/drawing/2014/main" id="{4D143EC9-C9D1-C047-07CC-48F254F80AAD}"/>
              </a:ext>
            </a:extLst>
          </p:cNvPr>
          <p:cNvSpPr>
            <a:spLocks noGrp="1"/>
          </p:cNvSpPr>
          <p:nvPr>
            <p:ph type="body" idx="1"/>
          </p:nvPr>
        </p:nvSpPr>
        <p:spPr/>
        <p:txBody>
          <a:bodyPr>
            <a:normAutofit fontScale="25000" lnSpcReduction="20000"/>
          </a:bodyPr>
          <a:lstStyle/>
          <a:p>
            <a:pPr marL="0" indent="0">
              <a:buNone/>
            </a:pP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sz="9600" dirty="0"/>
          </a:p>
          <a:p>
            <a:pPr marL="0" indent="0">
              <a:buNone/>
            </a:pPr>
            <a:r>
              <a:rPr lang="en-IN" sz="9600" dirty="0"/>
              <a:t>                           </a:t>
            </a: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Any Questions?</a:t>
            </a:r>
            <a:endParaRPr lang="en-US" dirty="0"/>
          </a:p>
        </p:txBody>
      </p:sp>
      <p:pic>
        <p:nvPicPr>
          <p:cNvPr id="7" name="Picture 6">
            <a:extLst>
              <a:ext uri="{FF2B5EF4-FFF2-40B4-BE49-F238E27FC236}">
                <a16:creationId xmlns:a16="http://schemas.microsoft.com/office/drawing/2014/main" id="{17BF4F59-1500-0FE9-F993-CB41093AD414}"/>
              </a:ext>
            </a:extLst>
          </p:cNvPr>
          <p:cNvPicPr>
            <a:picLocks noChangeAspect="1"/>
          </p:cNvPicPr>
          <p:nvPr/>
        </p:nvPicPr>
        <p:blipFill>
          <a:blip r:embed="rId2"/>
          <a:stretch>
            <a:fillRect/>
          </a:stretch>
        </p:blipFill>
        <p:spPr>
          <a:xfrm>
            <a:off x="-235822" y="-45877"/>
            <a:ext cx="12663644" cy="6903877"/>
          </a:xfrm>
          <a:prstGeom prst="rect">
            <a:avLst/>
          </a:prstGeom>
        </p:spPr>
      </p:pic>
    </p:spTree>
    <p:extLst>
      <p:ext uri="{BB962C8B-B14F-4D97-AF65-F5344CB8AC3E}">
        <p14:creationId xmlns:p14="http://schemas.microsoft.com/office/powerpoint/2010/main" val="200245192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otalTime>0</TotalTime>
  <Words>1045</Words>
  <Application>Microsoft Office PowerPoint</Application>
  <PresentationFormat>Widescreen</PresentationFormat>
  <Paragraphs>169</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Gill Sans MT</vt:lpstr>
      <vt:lpstr>Gallery</vt:lpstr>
      <vt:lpstr>Tittle  Exam result management system </vt:lpstr>
      <vt:lpstr>Present by</vt:lpstr>
      <vt:lpstr>Introduction </vt:lpstr>
      <vt:lpstr>Objectives</vt:lpstr>
      <vt:lpstr>Oops concept used</vt:lpstr>
      <vt:lpstr>Classes Used</vt:lpstr>
      <vt:lpstr>ExamResult Class</vt:lpstr>
      <vt:lpstr>Algorithm</vt:lpstr>
      <vt:lpstr>Program </vt:lpstr>
      <vt:lpstr>Sample input, output</vt:lpstr>
      <vt:lpstr>Advantage </vt:lpstr>
      <vt:lpstr>Applications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Students result portal system</dc:title>
  <dc:creator>Jayashree Rajasekar</dc:creator>
  <cp:lastModifiedBy>Kaviya Sakthivel</cp:lastModifiedBy>
  <cp:revision>16</cp:revision>
  <dcterms:created xsi:type="dcterms:W3CDTF">2026-07-02T16:01:58Z</dcterms:created>
  <dcterms:modified xsi:type="dcterms:W3CDTF">2026-07-03T03:56:06Z</dcterms:modified>
</cp:coreProperties>
</file>